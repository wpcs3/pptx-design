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85" r:id="rId1"/>
  </p:sldMasterIdLst>
  <p:notesMasterIdLst>
    <p:notesMasterId r:id="rId273"/>
  </p:notesMasterIdLst>
  <p:handoutMasterIdLst>
    <p:handoutMasterId r:id="rId274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</p:sldIdLst>
  <p:sldSz cx="12192000" cy="6858000"/>
  <p:notesSz cx="6858000" cy="9144000"/>
  <p:custDataLst>
    <p:tags r:id="rId275"/>
  </p:custDataLst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emplate overview" id="{8DF8FDAA-4785-474B-B6B6-7610BF09B2EA}">
          <p14:sldIdLst>
            <p14:sldId id="2147470740"/>
            <p14:sldId id="2147472257"/>
            <p14:sldId id="2147470934"/>
            <p14:sldId id="2147471505"/>
            <p14:sldId id="2147472095"/>
            <p14:sldId id="2147472258"/>
            <p14:sldId id="2147472391"/>
            <p14:sldId id="2147471444"/>
            <p14:sldId id="2147471073"/>
            <p14:sldId id="2147471074"/>
          </p14:sldIdLst>
        </p14:section>
        <p14:section name="Guide: How to write a compelling business case" id="{8F3C991B-2AB3-3446-98F0-0FE5D7645F05}">
          <p14:sldIdLst>
            <p14:sldId id="2147471497"/>
            <p14:sldId id="1960"/>
            <p14:sldId id="2147472312"/>
            <p14:sldId id="2147472305"/>
            <p14:sldId id="2147472308"/>
            <p14:sldId id="2147472313"/>
            <p14:sldId id="2147472314"/>
            <p14:sldId id="2147472414"/>
            <p14:sldId id="2147472309"/>
          </p14:sldIdLst>
        </p14:section>
        <p14:section name="Template" id="{7295C9B3-76C4-9A40-B779-66AE9833B4E4}">
          <p14:sldIdLst>
            <p14:sldId id="2147470823"/>
          </p14:sldIdLst>
        </p14:section>
        <p14:section name="0. Content" id="{12944F4C-C9D1-F24D-92F7-D1CC9A6CE701}">
          <p14:sldIdLst>
            <p14:sldId id="2147472132"/>
            <p14:sldId id="2147471081"/>
            <p14:sldId id="2147471228"/>
            <p14:sldId id="293"/>
            <p14:sldId id="2147472259"/>
            <p14:sldId id="298"/>
            <p14:sldId id="2147472144"/>
          </p14:sldIdLst>
        </p14:section>
        <p14:section name="1. Executive summary" id="{0570B3CF-3C8C-DA44-83F0-4EE4BE19C8C3}">
          <p14:sldIdLst>
            <p14:sldId id="2147471492"/>
            <p14:sldId id="2147472387"/>
            <p14:sldId id="2147472290"/>
            <p14:sldId id="2147471030"/>
            <p14:sldId id="2147471262"/>
            <p14:sldId id="2147472110"/>
            <p14:sldId id="2147472248"/>
            <p14:sldId id="2147472153"/>
            <p14:sldId id="2147472291"/>
            <p14:sldId id="2147472318"/>
          </p14:sldIdLst>
        </p14:section>
        <p14:section name="2. Background and context" id="{4BF4CEEF-68AC-3B4A-A2C7-BF858AFFBDB7}">
          <p14:sldIdLst>
            <p14:sldId id="2147472133"/>
            <p14:sldId id="2147472389"/>
            <p14:sldId id="2147472247"/>
            <p14:sldId id="4293"/>
            <p14:sldId id="2147472161"/>
            <p14:sldId id="2147471120"/>
            <p14:sldId id="2147472319"/>
            <p14:sldId id="2147472330"/>
            <p14:sldId id="2147472293"/>
          </p14:sldIdLst>
        </p14:section>
        <p14:section name="3. What is the problem/opportunity?" id="{2213AA8D-D016-9343-9FA6-A5EFA52DB65A}">
          <p14:sldIdLst>
            <p14:sldId id="2147472134"/>
            <p14:sldId id="2147472392"/>
          </p14:sldIdLst>
        </p14:section>
        <p14:section name="3a. Text-based slides" id="{6A5F3924-A398-134D-AADB-1A2AD31A7DD7}">
          <p14:sldIdLst>
            <p14:sldId id="2147472282"/>
            <p14:sldId id="2147472321"/>
            <p14:sldId id="2147470920"/>
            <p14:sldId id="2147472326"/>
            <p14:sldId id="2147472385"/>
            <p14:sldId id="2147472332"/>
            <p14:sldId id="2147471130"/>
          </p14:sldIdLst>
        </p14:section>
        <p14:section name="3b. Numbers slides" id="{0FC15C43-AD9C-7B42-ADD4-68E4321DCF77}">
          <p14:sldIdLst>
            <p14:sldId id="2147471131"/>
            <p14:sldId id="2147471132"/>
            <p14:sldId id="2147471133"/>
            <p14:sldId id="2147471145"/>
            <p14:sldId id="2147470936"/>
            <p14:sldId id="2147470939"/>
            <p14:sldId id="2147473350"/>
            <p14:sldId id="2147470941"/>
            <p14:sldId id="2147470558"/>
            <p14:sldId id="2147472505"/>
            <p14:sldId id="2147472509"/>
            <p14:sldId id="2147472328"/>
            <p14:sldId id="2147470559"/>
          </p14:sldIdLst>
        </p14:section>
        <p14:section name="4. High-level solution and vision" id="{CEBD2508-B9C7-A740-BD2C-E5D9ADC3455C}">
          <p14:sldIdLst>
            <p14:sldId id="2147472135"/>
            <p14:sldId id="2147472304"/>
          </p14:sldIdLst>
        </p14:section>
        <p14:section name="4a. High-level solution and vision" id="{1B397B94-C643-7B40-B818-5033EEC23061}">
          <p14:sldIdLst>
            <p14:sldId id="2147471075"/>
            <p14:sldId id="2147471076"/>
            <p14:sldId id="2147472329"/>
            <p14:sldId id="2335"/>
            <p14:sldId id="2342"/>
            <p14:sldId id="2147472402"/>
            <p14:sldId id="2147471077"/>
            <p14:sldId id="2147472320"/>
          </p14:sldIdLst>
        </p14:section>
        <p14:section name="4b. Strategic fit" id="{5DD689A7-2355-C54B-8CD0-E11608A22994}">
          <p14:sldIdLst>
            <p14:sldId id="2147472403"/>
            <p14:sldId id="2147472404"/>
            <p14:sldId id="2147472331"/>
          </p14:sldIdLst>
        </p14:section>
        <p14:section name="5. Options analysis" id="{66876D70-CE82-F446-9665-78FF89A71D43}">
          <p14:sldIdLst>
            <p14:sldId id="2147472136"/>
            <p14:sldId id="2147472393"/>
            <p14:sldId id="2147472294"/>
            <p14:sldId id="2147472301"/>
            <p14:sldId id="2147471199"/>
            <p14:sldId id="2147471209"/>
            <p14:sldId id="2147471210"/>
            <p14:sldId id="2147472383"/>
            <p14:sldId id="2147472334"/>
            <p14:sldId id="2147472345"/>
            <p14:sldId id="2147472429"/>
          </p14:sldIdLst>
        </p14:section>
        <p14:section name="6. Recommended solution" id="{F8505ADA-7CE9-7A4E-B8CD-44A4F1F904CA}">
          <p14:sldIdLst>
            <p14:sldId id="2147472137"/>
          </p14:sldIdLst>
        </p14:section>
        <p14:section name="6a. Solution details" id="{6D06E986-E366-3240-8BB1-6F635305DFB2}">
          <p14:sldIdLst>
            <p14:sldId id="2147472405"/>
            <p14:sldId id="2147472443"/>
            <p14:sldId id="2147473372"/>
            <p14:sldId id="2147473373"/>
            <p14:sldId id="2147473374"/>
            <p14:sldId id="2147472346"/>
            <p14:sldId id="2147472430"/>
            <p14:sldId id="2147472431"/>
            <p14:sldId id="2147472432"/>
            <p14:sldId id="2147472433"/>
            <p14:sldId id="2147472434"/>
            <p14:sldId id="2147472435"/>
            <p14:sldId id="2147472436"/>
            <p14:sldId id="2147472437"/>
            <p14:sldId id="2147472438"/>
            <p14:sldId id="2147472439"/>
            <p14:sldId id="2147472441"/>
            <p14:sldId id="2147472347"/>
            <p14:sldId id="2147472348"/>
            <p14:sldId id="2147470921"/>
          </p14:sldIdLst>
        </p14:section>
        <p14:section name="6b. Benefits" id="{2976A3F5-2E61-1545-A69D-AA9D93F8AD17}">
          <p14:sldIdLst>
            <p14:sldId id="2147472406"/>
            <p14:sldId id="2147472386"/>
            <p14:sldId id="2147472351"/>
            <p14:sldId id="2147472349"/>
            <p14:sldId id="361"/>
            <p14:sldId id="508"/>
            <p14:sldId id="2147472352"/>
            <p14:sldId id="2147472511"/>
            <p14:sldId id="2147472424"/>
            <p14:sldId id="2147472423"/>
          </p14:sldIdLst>
        </p14:section>
        <p14:section name="6c. Costs and ROI analysis" id="{751B015D-03E5-614A-BE25-D12668711615}">
          <p14:sldIdLst>
            <p14:sldId id="2147472407"/>
            <p14:sldId id="2147472415"/>
            <p14:sldId id="2147472360"/>
            <p14:sldId id="2147472160"/>
            <p14:sldId id="2147472420"/>
            <p14:sldId id="2147472419"/>
            <p14:sldId id="2147472418"/>
            <p14:sldId id="2147472359"/>
            <p14:sldId id="2147472362"/>
            <p14:sldId id="2147472422"/>
            <p14:sldId id="2147472421"/>
            <p14:sldId id="2147472365"/>
            <p14:sldId id="2147470792"/>
          </p14:sldIdLst>
        </p14:section>
        <p14:section name="7. Implementation plan" id="{8ACB2E74-128F-3C44-B7A6-645E730EFA9C}">
          <p14:sldIdLst>
            <p14:sldId id="2147472138"/>
            <p14:sldId id="2147472394"/>
            <p14:sldId id="2147472114"/>
            <p14:sldId id="2147472249"/>
            <p14:sldId id="2147472250"/>
            <p14:sldId id="2147472377"/>
            <p14:sldId id="2147472378"/>
            <p14:sldId id="2147472263"/>
            <p14:sldId id="2310"/>
            <p14:sldId id="2147471119"/>
            <p14:sldId id="4276"/>
            <p14:sldId id="2147471122"/>
            <p14:sldId id="4312"/>
            <p14:sldId id="2147472251"/>
            <p14:sldId id="1614"/>
            <p14:sldId id="2147472353"/>
            <p14:sldId id="2147472354"/>
            <p14:sldId id="535"/>
          </p14:sldIdLst>
        </p14:section>
        <p14:section name="8. Risks and mitigations" id="{EDD94D48-D786-CE47-BFEA-95F6F0A7A873}">
          <p14:sldIdLst>
            <p14:sldId id="2147472139"/>
            <p14:sldId id="2147472395"/>
            <p14:sldId id="2147472264"/>
            <p14:sldId id="301"/>
            <p14:sldId id="2147473368"/>
            <p14:sldId id="2147472288"/>
            <p14:sldId id="2147472265"/>
            <p14:sldId id="2147471107"/>
            <p14:sldId id="2147471108"/>
            <p14:sldId id="2147471109"/>
            <p14:sldId id="2147472298"/>
            <p14:sldId id="2147472297"/>
          </p14:sldIdLst>
        </p14:section>
        <p14:section name="9. Governance and monitoring" id="{ADB82AD3-0E5F-0D41-B3F5-584577F77FF2}">
          <p14:sldIdLst>
            <p14:sldId id="2147472140"/>
            <p14:sldId id="2147472396"/>
            <p14:sldId id="2147472397"/>
            <p14:sldId id="1581"/>
            <p14:sldId id="1582"/>
            <p14:sldId id="2147472260"/>
            <p14:sldId id="1584"/>
            <p14:sldId id="2147470748"/>
            <p14:sldId id="1591"/>
            <p14:sldId id="4311"/>
            <p14:sldId id="2147472254"/>
            <p14:sldId id="2147471106"/>
            <p14:sldId id="2147472159"/>
            <p14:sldId id="2147472289"/>
          </p14:sldIdLst>
        </p14:section>
        <p14:section name="10. Recommendations and next steps" id="{F14294FC-93C2-F647-85EA-75FA5B9E800C}">
          <p14:sldIdLst>
            <p14:sldId id="2147472141"/>
            <p14:sldId id="2147472398"/>
            <p14:sldId id="2147472252"/>
            <p14:sldId id="2147472295"/>
            <p14:sldId id="2147471110"/>
            <p14:sldId id="2147471121"/>
          </p14:sldIdLst>
        </p14:section>
        <p14:section name="11. Appendix" id="{C557C7B3-F325-6241-9228-C9E2BAF7167B}">
          <p14:sldIdLst>
            <p14:sldId id="2147472401"/>
          </p14:sldIdLst>
        </p14:section>
        <p14:section name="11a. Assumptions" id="{39165619-C7DE-9A40-9688-74D0358A48FD}">
          <p14:sldIdLst>
            <p14:sldId id="2147471858"/>
            <p14:sldId id="2147472400"/>
            <p14:sldId id="2147472268"/>
          </p14:sldIdLst>
        </p14:section>
        <p14:section name="11b. Sources" id="{A4DF56D5-0C5B-4B44-A186-8117B7701E1B}">
          <p14:sldIdLst>
            <p14:sldId id="2147472005"/>
            <p14:sldId id="2147472006"/>
            <p14:sldId id="2147472008"/>
          </p14:sldIdLst>
        </p14:section>
        <p14:section name="Real-life sanitized case example 1" id="{884E9544-B0B4-FD4E-9E56-EF46004C2081}">
          <p14:sldIdLst>
            <p14:sldId id="2147472085"/>
            <p14:sldId id="2147472311"/>
            <p14:sldId id="2147472485"/>
            <p14:sldId id="2147472492"/>
            <p14:sldId id="2147473359"/>
            <p14:sldId id="2147473360"/>
            <p14:sldId id="2147473371"/>
            <p14:sldId id="2147473362"/>
            <p14:sldId id="2147473363"/>
            <p14:sldId id="2147472493"/>
            <p14:sldId id="2147472496"/>
            <p14:sldId id="2147473375"/>
            <p14:sldId id="2147473370"/>
            <p14:sldId id="2147473364"/>
            <p14:sldId id="2147472498"/>
            <p14:sldId id="2147473366"/>
            <p14:sldId id="2147472499"/>
            <p14:sldId id="2147472486"/>
            <p14:sldId id="2147472488"/>
            <p14:sldId id="2147472500"/>
            <p14:sldId id="2147472489"/>
            <p14:sldId id="2147473365"/>
            <p14:sldId id="2147472501"/>
            <p14:sldId id="2147473369"/>
            <p14:sldId id="2147472503"/>
          </p14:sldIdLst>
        </p14:section>
        <p14:section name="Real-life sanitized case example 2" id="{F5D6A418-7145-2B4C-81B7-1320A0527EEB}">
          <p14:sldIdLst>
            <p14:sldId id="2147472261"/>
            <p14:sldId id="2147472098"/>
            <p14:sldId id="2147471830"/>
            <p14:sldId id="2147472408"/>
            <p14:sldId id="2147472459"/>
            <p14:sldId id="2147470940"/>
            <p14:sldId id="2147472504"/>
            <p14:sldId id="2147472467"/>
            <p14:sldId id="2147472460"/>
            <p14:sldId id="2147472471"/>
            <p14:sldId id="2147472490"/>
            <p14:sldId id="2147472461"/>
            <p14:sldId id="2147471185"/>
            <p14:sldId id="2147472474"/>
            <p14:sldId id="2147472477"/>
            <p14:sldId id="2147472475"/>
            <p14:sldId id="2147472476"/>
            <p14:sldId id="2147472462"/>
            <p14:sldId id="2147472370"/>
            <p14:sldId id="2147472371"/>
            <p14:sldId id="2147472381"/>
            <p14:sldId id="2147472382"/>
            <p14:sldId id="2147472368"/>
            <p14:sldId id="2147472463"/>
            <p14:sldId id="2147472379"/>
            <p14:sldId id="2147472306"/>
            <p14:sldId id="2147472479"/>
            <p14:sldId id="2147472482"/>
            <p14:sldId id="2147472464"/>
            <p14:sldId id="2147472483"/>
          </p14:sldIdLst>
        </p14:section>
        <p14:section name="Case example 3" id="{C7359151-9124-F94A-A205-0D71354C5EFD}">
          <p14:sldIdLst>
            <p14:sldId id="2147472412"/>
            <p14:sldId id="2147472413"/>
            <p14:sldId id="2147472426"/>
            <p14:sldId id="2147472425"/>
            <p14:sldId id="2147472446"/>
            <p14:sldId id="2147472451"/>
            <p14:sldId id="2147472447"/>
            <p14:sldId id="2147472448"/>
            <p14:sldId id="2147472450"/>
            <p14:sldId id="2147472457"/>
            <p14:sldId id="2147472458"/>
            <p14:sldId id="2147472452"/>
            <p14:sldId id="2147472449"/>
            <p14:sldId id="2147472456"/>
          </p14:sldIdLst>
        </p14:section>
        <p14:section name="Appendix: Checklist" id="{79134328-2960-E64E-81B1-A1DAC6744494}">
          <p14:sldIdLst>
            <p14:sldId id="2147470833"/>
            <p14:sldId id="2147471516"/>
            <p14:sldId id="2147471517"/>
            <p14:sldId id="2147471518"/>
            <p14:sldId id="2147471519"/>
            <p14:sldId id="2147471520"/>
            <p14:sldId id="2147471521"/>
            <p14:sldId id="2147471522"/>
          </p14:sldIdLst>
        </p14:section>
        <p14:section name="End" id="{4294C5DB-D966-6844-ADE1-3492AD7FCC36}">
          <p14:sldIdLst>
            <p14:sldId id="214747085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15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3D7"/>
    <a:srgbClr val="99E6A9"/>
    <a:srgbClr val="D9EED3"/>
    <a:srgbClr val="8AE694"/>
    <a:srgbClr val="F0ACAD"/>
    <a:srgbClr val="D8EED2"/>
    <a:srgbClr val="FFD2D3"/>
    <a:srgbClr val="F9D3D2"/>
    <a:srgbClr val="BDF1C6"/>
    <a:srgbClr val="AAF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183"/>
    <p:restoredTop sz="93574"/>
  </p:normalViewPr>
  <p:slideViewPr>
    <p:cSldViewPr snapToGrid="0" showGuides="1">
      <p:cViewPr>
        <p:scale>
          <a:sx n="99" d="100"/>
          <a:sy n="99" d="100"/>
        </p:scale>
        <p:origin x="3232" y="2528"/>
      </p:cViewPr>
      <p:guideLst>
        <p:guide orient="horz" pos="2115"/>
        <p:guide pos="3817"/>
      </p:guideLst>
    </p:cSldViewPr>
  </p:slideViewPr>
  <p:outlineViewPr>
    <p:cViewPr>
      <p:scale>
        <a:sx n="33" d="100"/>
        <a:sy n="33" d="100"/>
      </p:scale>
      <p:origin x="0" y="-8536"/>
    </p:cViewPr>
  </p:outlineViewPr>
  <p:notesTextViewPr>
    <p:cViewPr>
      <p:scale>
        <a:sx n="90" d="100"/>
        <a:sy n="9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4328" y="20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273" Type="http://schemas.openxmlformats.org/officeDocument/2006/relationships/notesMaster" Target="notesMasters/notesMaster1.xml"/><Relationship Id="rId274" Type="http://schemas.openxmlformats.org/officeDocument/2006/relationships/handoutMaster" Target="handoutMasters/handoutMaster1.xml"/><Relationship Id="rId275" Type="http://schemas.openxmlformats.org/officeDocument/2006/relationships/tags" Target="tags/tag1.xml"/><Relationship Id="rId276" Type="http://schemas.openxmlformats.org/officeDocument/2006/relationships/presProps" Target="presProps.xml"/><Relationship Id="rId277" Type="http://schemas.openxmlformats.org/officeDocument/2006/relationships/viewProps" Target="viewProps.xml"/><Relationship Id="rId278" Type="http://schemas.openxmlformats.org/officeDocument/2006/relationships/theme" Target="theme/theme1.xml"/><Relationship Id="rId279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YoY Rent Growth %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Big Box &gt;500K SF</c:v>
                </c:pt>
                <c:pt idx="1">
                  <c:v>Mid-Bay 100-500K SF</c:v>
                </c:pt>
                <c:pt idx="2">
                  <c:v>Small-Bay &lt;100K SF</c:v>
                </c:pt>
                <c:pt idx="3">
                  <c:v>Flex Industrial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5.1</c:v>
                </c:pt>
                <c:pt idx="1">
                  <c:v>6.8</c:v>
                </c:pt>
                <c:pt idx="2">
                  <c:v>8.2</c:v>
                </c:pt>
                <c:pt idx="3">
                  <c:v>7.4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IRR Contribution %</c:v>
                </c:pt>
              </c:strCache>
            </c:strRef>
          </c:tx>
          <c:cat>
            <c:strRef>
              <c:f>Sheet1!$A$2:$A$7</c:f>
              <c:strCache>
                <c:ptCount val="6"/>
                <c:pt idx="0">
                  <c:v>Going-In Yield</c:v>
                </c:pt>
                <c:pt idx="1">
                  <c:v>Rent Growth</c:v>
                </c:pt>
                <c:pt idx="2">
                  <c:v>Lease-Up</c:v>
                </c:pt>
                <c:pt idx="3">
                  <c:v>Cap Rate Compression</c:v>
                </c:pt>
                <c:pt idx="4">
                  <c:v>Leverage Effect</c:v>
                </c:pt>
                <c:pt idx="5">
                  <c:v>Exit IRR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6.0</c:v>
                </c:pt>
                <c:pt idx="1">
                  <c:v>3.5</c:v>
                </c:pt>
                <c:pt idx="2">
                  <c:v>2.8</c:v>
                </c:pt>
                <c:pt idx="3">
                  <c:v>2.2</c:v>
                </c:pt>
                <c:pt idx="4">
                  <c:v>3.5</c:v>
                </c:pt>
                <c:pt idx="5">
                  <c:v>18.0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$M</c:v>
                </c:pt>
              </c:strCache>
            </c:strRef>
          </c:tx>
          <c:explosion val="25"/>
          <c:cat>
            <c:strRef>
              <c:f>Sheet1!$A$2:$A$6</c:f>
              <c:strCache>
                <c:ptCount val="5"/>
                <c:pt idx="0">
                  <c:v>Nashville</c:v>
                </c:pt>
                <c:pt idx="1">
                  <c:v>Phoenix</c:v>
                </c:pt>
                <c:pt idx="2">
                  <c:v>Dallas-Fort Worth</c:v>
                </c:pt>
                <c:pt idx="3">
                  <c:v>Charlotte</c:v>
                </c:pt>
                <c:pt idx="4">
                  <c:v>Tampa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7.2</c:v>
                </c:pt>
                <c:pt idx="1">
                  <c:v>9.4</c:v>
                </c:pt>
                <c:pt idx="2">
                  <c:v>12.8</c:v>
                </c:pt>
                <c:pt idx="3">
                  <c:v>10.5</c:v>
                </c:pt>
                <c:pt idx="4">
                  <c:v>8.1</c:v>
                </c:pt>
              </c:numCache>
            </c:numRef>
          </c:val>
        </c:ser>
      </c:pieChart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BA3AEA8-7145-3B46-467D-FE8035BB5B7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DDF294-DA80-FE06-BE5D-61F0381D9CC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CE297-58AE-AB45-BA01-DE87D03C6280}" type="datetimeFigureOut">
              <a:rPr lang="en-DK" smtClean="0">
                <a:latin typeface="Arial" panose="020B0604020202020204" pitchFamily="34" charset="0"/>
              </a:rPr>
              <a:t>8/18/25</a:t>
            </a:fld>
            <a:endParaRPr lang="en-DK">
              <a:latin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EBDDF6-2C4B-DDB9-1B91-0FF64E49DE6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K">
              <a:latin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D591D7-7EBB-B29F-E28A-D976E9102BF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75D3F3-CF65-F84F-94C3-BE9E59EB410B}" type="slidenum">
              <a:rPr lang="en-DK" smtClean="0">
                <a:latin typeface="Arial" panose="020B0604020202020204" pitchFamily="34" charset="0"/>
              </a:rPr>
              <a:t>‹#›</a:t>
            </a:fld>
            <a:endParaRPr lang="en-DK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8242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ADF2B39A-E3F6-634C-B40F-EA6B645C08D7}" type="datetimeFigureOut">
              <a:rPr lang="en-DK" smtClean="0"/>
              <a:pPr/>
              <a:t>8/18/25</a:t>
            </a:fld>
            <a:endParaRPr lang="en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CF1CD82C-8186-9E41-8B8B-F66E4066A413}" type="slidenum">
              <a:rPr lang="en-DK" smtClean="0"/>
              <a:pPr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04914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3.xml"/><Relationship Id="rId2" Type="http://schemas.openxmlformats.org/officeDocument/2006/relationships/tags" Target="../tags/tag44.xml"/><Relationship Id="rId3" Type="http://schemas.openxmlformats.org/officeDocument/2006/relationships/tags" Target="../tags/tag45.xml"/><Relationship Id="rId4" Type="http://schemas.openxmlformats.org/officeDocument/2006/relationships/tags" Target="../tags/tag46.xml"/><Relationship Id="rId5" Type="http://schemas.openxmlformats.org/officeDocument/2006/relationships/tags" Target="../tags/tag47.xml"/><Relationship Id="rId6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tags" Target="../tags/tag50.xml"/><Relationship Id="rId4" Type="http://schemas.openxmlformats.org/officeDocument/2006/relationships/tags" Target="../tags/tag51.xml"/><Relationship Id="rId5" Type="http://schemas.openxmlformats.org/officeDocument/2006/relationships/tags" Target="../tags/tag52.xml"/><Relationship Id="rId6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53.xml"/><Relationship Id="rId2" Type="http://schemas.openxmlformats.org/officeDocument/2006/relationships/tags" Target="../tags/tag54.xml"/><Relationship Id="rId3" Type="http://schemas.openxmlformats.org/officeDocument/2006/relationships/tags" Target="../tags/tag55.xml"/><Relationship Id="rId4" Type="http://schemas.openxmlformats.org/officeDocument/2006/relationships/tags" Target="../tags/tag56.xml"/><Relationship Id="rId5" Type="http://schemas.openxmlformats.org/officeDocument/2006/relationships/tags" Target="../tags/tag57.xml"/><Relationship Id="rId6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tags" Target="../tags/tag60.xml"/><Relationship Id="rId4" Type="http://schemas.openxmlformats.org/officeDocument/2006/relationships/tags" Target="../tags/tag61.xml"/><Relationship Id="rId5" Type="http://schemas.openxmlformats.org/officeDocument/2006/relationships/tags" Target="../tags/tag62.xml"/><Relationship Id="rId6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63.xml"/><Relationship Id="rId2" Type="http://schemas.openxmlformats.org/officeDocument/2006/relationships/tags" Target="../tags/tag64.xml"/><Relationship Id="rId3" Type="http://schemas.openxmlformats.org/officeDocument/2006/relationships/tags" Target="../tags/tag65.xml"/><Relationship Id="rId4" Type="http://schemas.openxmlformats.org/officeDocument/2006/relationships/tags" Target="../tags/tag66.xml"/><Relationship Id="rId5" Type="http://schemas.openxmlformats.org/officeDocument/2006/relationships/tags" Target="../tags/tag67.xml"/><Relationship Id="rId6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tags" Target="../tags/tag69.xml"/><Relationship Id="rId3" Type="http://schemas.openxmlformats.org/officeDocument/2006/relationships/tags" Target="../tags/tag70.xml"/><Relationship Id="rId4" Type="http://schemas.openxmlformats.org/officeDocument/2006/relationships/tags" Target="../tags/tag71.xml"/><Relationship Id="rId5" Type="http://schemas.openxmlformats.org/officeDocument/2006/relationships/tags" Target="../tags/tag72.xml"/><Relationship Id="rId6" Type="http://schemas.openxmlformats.org/officeDocument/2006/relationships/tags" Target="../tags/tag73.xml"/><Relationship Id="rId7" Type="http://schemas.openxmlformats.org/officeDocument/2006/relationships/tags" Target="../tags/tag74.xml"/><Relationship Id="rId8" Type="http://schemas.openxmlformats.org/officeDocument/2006/relationships/tags" Target="../tags/tag75.xml"/><Relationship Id="rId9" Type="http://schemas.openxmlformats.org/officeDocument/2006/relationships/tags" Target="../tags/tag76.xml"/><Relationship Id="rId10" Type="http://schemas.openxmlformats.org/officeDocument/2006/relationships/tags" Target="../tags/tag77.xml"/><Relationship Id="rId11" Type="http://schemas.openxmlformats.org/officeDocument/2006/relationships/tags" Target="../tags/tag78.xml"/><Relationship Id="rId12" Type="http://schemas.openxmlformats.org/officeDocument/2006/relationships/tags" Target="../tags/tag79.xml"/><Relationship Id="rId13" Type="http://schemas.openxmlformats.org/officeDocument/2006/relationships/tags" Target="../tags/tag80.xml"/><Relationship Id="rId14" Type="http://schemas.openxmlformats.org/officeDocument/2006/relationships/tags" Target="../tags/tag81.xml"/><Relationship Id="rId15" Type="http://schemas.openxmlformats.org/officeDocument/2006/relationships/tags" Target="../tags/tag82.xml"/><Relationship Id="rId16" Type="http://schemas.openxmlformats.org/officeDocument/2006/relationships/tags" Target="../tags/tag83.xml"/><Relationship Id="rId17" Type="http://schemas.openxmlformats.org/officeDocument/2006/relationships/tags" Target="../tags/tag84.xml"/><Relationship Id="rId18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tags" Target="../tags/tag88.xml"/><Relationship Id="rId5" Type="http://schemas.openxmlformats.org/officeDocument/2006/relationships/tags" Target="../tags/tag89.xml"/><Relationship Id="rId6" Type="http://schemas.openxmlformats.org/officeDocument/2006/relationships/tags" Target="../tags/tag90.xml"/><Relationship Id="rId7" Type="http://schemas.openxmlformats.org/officeDocument/2006/relationships/tags" Target="../tags/tag91.xml"/><Relationship Id="rId8" Type="http://schemas.openxmlformats.org/officeDocument/2006/relationships/tags" Target="../tags/tag92.xml"/><Relationship Id="rId9" Type="http://schemas.openxmlformats.org/officeDocument/2006/relationships/tags" Target="../tags/tag93.xml"/><Relationship Id="rId10" Type="http://schemas.openxmlformats.org/officeDocument/2006/relationships/tags" Target="../tags/tag94.xml"/><Relationship Id="rId11" Type="http://schemas.openxmlformats.org/officeDocument/2006/relationships/tags" Target="../tags/tag95.xml"/><Relationship Id="rId12" Type="http://schemas.openxmlformats.org/officeDocument/2006/relationships/tags" Target="../tags/tag96.xml"/><Relationship Id="rId13" Type="http://schemas.openxmlformats.org/officeDocument/2006/relationships/tags" Target="../tags/tag97.xml"/><Relationship Id="rId14" Type="http://schemas.openxmlformats.org/officeDocument/2006/relationships/tags" Target="../tags/tag98.xml"/><Relationship Id="rId15" Type="http://schemas.openxmlformats.org/officeDocument/2006/relationships/tags" Target="../tags/tag99.xml"/><Relationship Id="rId16" Type="http://schemas.openxmlformats.org/officeDocument/2006/relationships/tags" Target="../tags/tag100.xml"/><Relationship Id="rId17" Type="http://schemas.openxmlformats.org/officeDocument/2006/relationships/tags" Target="../tags/tag101.xml"/><Relationship Id="rId18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02.xml"/><Relationship Id="rId2" Type="http://schemas.openxmlformats.org/officeDocument/2006/relationships/tags" Target="../tags/tag103.xml"/><Relationship Id="rId3" Type="http://schemas.openxmlformats.org/officeDocument/2006/relationships/tags" Target="../tags/tag104.xml"/><Relationship Id="rId4" Type="http://schemas.openxmlformats.org/officeDocument/2006/relationships/tags" Target="../tags/tag105.xml"/><Relationship Id="rId5" Type="http://schemas.openxmlformats.org/officeDocument/2006/relationships/tags" Target="../tags/tag106.xml"/><Relationship Id="rId6" Type="http://schemas.openxmlformats.org/officeDocument/2006/relationships/tags" Target="../tags/tag107.xml"/><Relationship Id="rId7" Type="http://schemas.openxmlformats.org/officeDocument/2006/relationships/tags" Target="../tags/tag108.xml"/><Relationship Id="rId8" Type="http://schemas.openxmlformats.org/officeDocument/2006/relationships/tags" Target="../tags/tag109.xml"/><Relationship Id="rId9" Type="http://schemas.openxmlformats.org/officeDocument/2006/relationships/tags" Target="../tags/tag110.xml"/><Relationship Id="rId10" Type="http://schemas.openxmlformats.org/officeDocument/2006/relationships/tags" Target="../tags/tag111.xml"/><Relationship Id="rId11" Type="http://schemas.openxmlformats.org/officeDocument/2006/relationships/tags" Target="../tags/tag112.xml"/><Relationship Id="rId12" Type="http://schemas.openxmlformats.org/officeDocument/2006/relationships/tags" Target="../tags/tag113.xml"/><Relationship Id="rId13" Type="http://schemas.openxmlformats.org/officeDocument/2006/relationships/tags" Target="../tags/tag114.xml"/><Relationship Id="rId14" Type="http://schemas.openxmlformats.org/officeDocument/2006/relationships/tags" Target="../tags/tag115.xml"/><Relationship Id="rId15" Type="http://schemas.openxmlformats.org/officeDocument/2006/relationships/tags" Target="../tags/tag116.xml"/><Relationship Id="rId16" Type="http://schemas.openxmlformats.org/officeDocument/2006/relationships/tags" Target="../tags/tag117.xml"/><Relationship Id="rId17" Type="http://schemas.openxmlformats.org/officeDocument/2006/relationships/tags" Target="../tags/tag118.xml"/><Relationship Id="rId18" Type="http://schemas.openxmlformats.org/officeDocument/2006/relationships/tags" Target="../tags/tag119.xml"/><Relationship Id="rId19" Type="http://schemas.openxmlformats.org/officeDocument/2006/relationships/tags" Target="../tags/tag120.xml"/><Relationship Id="rId20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1.xml"/><Relationship Id="rId2" Type="http://schemas.openxmlformats.org/officeDocument/2006/relationships/tags" Target="../tags/tag122.xml"/><Relationship Id="rId3" Type="http://schemas.openxmlformats.org/officeDocument/2006/relationships/tags" Target="../tags/tag123.xml"/><Relationship Id="rId4" Type="http://schemas.openxmlformats.org/officeDocument/2006/relationships/tags" Target="../tags/tag124.xml"/><Relationship Id="rId5" Type="http://schemas.openxmlformats.org/officeDocument/2006/relationships/tags" Target="../tags/tag125.xml"/><Relationship Id="rId6" Type="http://schemas.openxmlformats.org/officeDocument/2006/relationships/tags" Target="../tags/tag126.xml"/><Relationship Id="rId7" Type="http://schemas.openxmlformats.org/officeDocument/2006/relationships/tags" Target="../tags/tag127.xml"/><Relationship Id="rId8" Type="http://schemas.openxmlformats.org/officeDocument/2006/relationships/tags" Target="../tags/tag128.xml"/><Relationship Id="rId9" Type="http://schemas.openxmlformats.org/officeDocument/2006/relationships/tags" Target="../tags/tag129.xml"/><Relationship Id="rId10" Type="http://schemas.openxmlformats.org/officeDocument/2006/relationships/tags" Target="../tags/tag130.xml"/><Relationship Id="rId11" Type="http://schemas.openxmlformats.org/officeDocument/2006/relationships/tags" Target="../tags/tag131.xml"/><Relationship Id="rId12" Type="http://schemas.openxmlformats.org/officeDocument/2006/relationships/tags" Target="../tags/tag132.xml"/><Relationship Id="rId13" Type="http://schemas.openxmlformats.org/officeDocument/2006/relationships/tags" Target="../tags/tag133.xml"/><Relationship Id="rId14" Type="http://schemas.openxmlformats.org/officeDocument/2006/relationships/tags" Target="../tags/tag134.xml"/><Relationship Id="rId15" Type="http://schemas.openxmlformats.org/officeDocument/2006/relationships/tags" Target="../tags/tag135.xml"/><Relationship Id="rId16" Type="http://schemas.openxmlformats.org/officeDocument/2006/relationships/tags" Target="../tags/tag136.xml"/><Relationship Id="rId17" Type="http://schemas.openxmlformats.org/officeDocument/2006/relationships/tags" Target="../tags/tag137.xml"/><Relationship Id="rId18" Type="http://schemas.openxmlformats.org/officeDocument/2006/relationships/tags" Target="../tags/tag138.xml"/><Relationship Id="rId19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9.xml"/><Relationship Id="rId2" Type="http://schemas.openxmlformats.org/officeDocument/2006/relationships/tags" Target="../tags/tag140.xml"/><Relationship Id="rId3" Type="http://schemas.openxmlformats.org/officeDocument/2006/relationships/tags" Target="../tags/tag141.xml"/><Relationship Id="rId4" Type="http://schemas.openxmlformats.org/officeDocument/2006/relationships/tags" Target="../tags/tag142.xml"/><Relationship Id="rId5" Type="http://schemas.openxmlformats.org/officeDocument/2006/relationships/tags" Target="../tags/tag143.xml"/><Relationship Id="rId6" Type="http://schemas.openxmlformats.org/officeDocument/2006/relationships/tags" Target="../tags/tag144.xml"/><Relationship Id="rId7" Type="http://schemas.openxmlformats.org/officeDocument/2006/relationships/tags" Target="../tags/tag145.xml"/><Relationship Id="rId8" Type="http://schemas.openxmlformats.org/officeDocument/2006/relationships/tags" Target="../tags/tag146.xml"/><Relationship Id="rId9" Type="http://schemas.openxmlformats.org/officeDocument/2006/relationships/tags" Target="../tags/tag147.xml"/><Relationship Id="rId10" Type="http://schemas.openxmlformats.org/officeDocument/2006/relationships/tags" Target="../tags/tag148.xml"/><Relationship Id="rId11" Type="http://schemas.openxmlformats.org/officeDocument/2006/relationships/tags" Target="../tags/tag149.xml"/><Relationship Id="rId12" Type="http://schemas.openxmlformats.org/officeDocument/2006/relationships/tags" Target="../tags/tag150.xml"/><Relationship Id="rId13" Type="http://schemas.openxmlformats.org/officeDocument/2006/relationships/tags" Target="../tags/tag151.xml"/><Relationship Id="rId14" Type="http://schemas.openxmlformats.org/officeDocument/2006/relationships/tags" Target="../tags/tag152.xml"/><Relationship Id="rId15" Type="http://schemas.openxmlformats.org/officeDocument/2006/relationships/tags" Target="../tags/tag153.xml"/><Relationship Id="rId16" Type="http://schemas.openxmlformats.org/officeDocument/2006/relationships/tags" Target="../tags/tag154.xml"/><Relationship Id="rId17" Type="http://schemas.openxmlformats.org/officeDocument/2006/relationships/tags" Target="../tags/tag155.xml"/><Relationship Id="rId18" Type="http://schemas.openxmlformats.org/officeDocument/2006/relationships/tags" Target="../tags/tag156.xml"/><Relationship Id="rId19" Type="http://schemas.openxmlformats.org/officeDocument/2006/relationships/tags" Target="../tags/tag157.xml"/><Relationship Id="rId20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58.xml"/><Relationship Id="rId2" Type="http://schemas.openxmlformats.org/officeDocument/2006/relationships/tags" Target="../tags/tag159.xml"/><Relationship Id="rId3" Type="http://schemas.openxmlformats.org/officeDocument/2006/relationships/tags" Target="../tags/tag160.xml"/><Relationship Id="rId4" Type="http://schemas.openxmlformats.org/officeDocument/2006/relationships/tags" Target="../tags/tag161.xml"/><Relationship Id="rId5" Type="http://schemas.openxmlformats.org/officeDocument/2006/relationships/tags" Target="../tags/tag162.xml"/><Relationship Id="rId6" Type="http://schemas.openxmlformats.org/officeDocument/2006/relationships/tags" Target="../tags/tag163.xml"/><Relationship Id="rId7" Type="http://schemas.openxmlformats.org/officeDocument/2006/relationships/tags" Target="../tags/tag164.xml"/><Relationship Id="rId8" Type="http://schemas.openxmlformats.org/officeDocument/2006/relationships/tags" Target="../tags/tag165.xml"/><Relationship Id="rId9" Type="http://schemas.openxmlformats.org/officeDocument/2006/relationships/tags" Target="../tags/tag166.xml"/><Relationship Id="rId10" Type="http://schemas.openxmlformats.org/officeDocument/2006/relationships/tags" Target="../tags/tag167.xml"/><Relationship Id="rId11" Type="http://schemas.openxmlformats.org/officeDocument/2006/relationships/tags" Target="../tags/tag168.xml"/><Relationship Id="rId12" Type="http://schemas.openxmlformats.org/officeDocument/2006/relationships/tags" Target="../tags/tag169.xml"/><Relationship Id="rId13" Type="http://schemas.openxmlformats.org/officeDocument/2006/relationships/tags" Target="../tags/tag170.xml"/><Relationship Id="rId14" Type="http://schemas.openxmlformats.org/officeDocument/2006/relationships/tags" Target="../tags/tag171.xml"/><Relationship Id="rId15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72.xml"/><Relationship Id="rId2" Type="http://schemas.openxmlformats.org/officeDocument/2006/relationships/tags" Target="../tags/tag173.xml"/><Relationship Id="rId3" Type="http://schemas.openxmlformats.org/officeDocument/2006/relationships/tags" Target="../tags/tag174.xml"/><Relationship Id="rId4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75.xml"/><Relationship Id="rId2" Type="http://schemas.openxmlformats.org/officeDocument/2006/relationships/tags" Target="../tags/tag176.xml"/><Relationship Id="rId3" Type="http://schemas.openxmlformats.org/officeDocument/2006/relationships/tags" Target="../tags/tag177.xml"/><Relationship Id="rId4" Type="http://schemas.openxmlformats.org/officeDocument/2006/relationships/tags" Target="../tags/tag178.xml"/><Relationship Id="rId5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79.xml"/><Relationship Id="rId2" Type="http://schemas.openxmlformats.org/officeDocument/2006/relationships/tags" Target="../tags/tag180.xml"/><Relationship Id="rId3" Type="http://schemas.openxmlformats.org/officeDocument/2006/relationships/tags" Target="../tags/tag181.xml"/><Relationship Id="rId4" Type="http://schemas.openxmlformats.org/officeDocument/2006/relationships/tags" Target="../tags/tag182.xml"/><Relationship Id="rId5" Type="http://schemas.openxmlformats.org/officeDocument/2006/relationships/tags" Target="../tags/tag183.xml"/><Relationship Id="rId6" Type="http://schemas.openxmlformats.org/officeDocument/2006/relationships/tags" Target="../tags/tag184.xml"/><Relationship Id="rId7" Type="http://schemas.openxmlformats.org/officeDocument/2006/relationships/tags" Target="../tags/tag185.xml"/><Relationship Id="rId8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186.xml"/><Relationship Id="rId2" Type="http://schemas.openxmlformats.org/officeDocument/2006/relationships/tags" Target="../tags/tag187.xml"/><Relationship Id="rId3" Type="http://schemas.openxmlformats.org/officeDocument/2006/relationships/tags" Target="../tags/tag188.xml"/><Relationship Id="rId4" Type="http://schemas.openxmlformats.org/officeDocument/2006/relationships/tags" Target="../tags/tag189.xml"/><Relationship Id="rId5" Type="http://schemas.openxmlformats.org/officeDocument/2006/relationships/tags" Target="../tags/tag190.xml"/><Relationship Id="rId6" Type="http://schemas.openxmlformats.org/officeDocument/2006/relationships/tags" Target="../tags/tag191.xml"/><Relationship Id="rId7" Type="http://schemas.openxmlformats.org/officeDocument/2006/relationships/tags" Target="../tags/tag192.xml"/><Relationship Id="rId8" Type="http://schemas.openxmlformats.org/officeDocument/2006/relationships/tags" Target="../tags/tag193.xml"/><Relationship Id="rId9" Type="http://schemas.openxmlformats.org/officeDocument/2006/relationships/tags" Target="../tags/tag194.xml"/><Relationship Id="rId10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195.xml"/><Relationship Id="rId2" Type="http://schemas.openxmlformats.org/officeDocument/2006/relationships/tags" Target="../tags/tag196.xml"/><Relationship Id="rId3" Type="http://schemas.openxmlformats.org/officeDocument/2006/relationships/tags" Target="../tags/tag197.xml"/><Relationship Id="rId4" Type="http://schemas.openxmlformats.org/officeDocument/2006/relationships/tags" Target="../tags/tag198.xml"/><Relationship Id="rId5" Type="http://schemas.openxmlformats.org/officeDocument/2006/relationships/tags" Target="../tags/tag199.xml"/><Relationship Id="rId6" Type="http://schemas.openxmlformats.org/officeDocument/2006/relationships/tags" Target="../tags/tag200.xml"/><Relationship Id="rId7" Type="http://schemas.openxmlformats.org/officeDocument/2006/relationships/tags" Target="../tags/tag201.xml"/><Relationship Id="rId8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02.xml"/><Relationship Id="rId2" Type="http://schemas.openxmlformats.org/officeDocument/2006/relationships/tags" Target="../tags/tag203.xml"/><Relationship Id="rId3" Type="http://schemas.openxmlformats.org/officeDocument/2006/relationships/tags" Target="../tags/tag204.xml"/><Relationship Id="rId4" Type="http://schemas.openxmlformats.org/officeDocument/2006/relationships/tags" Target="../tags/tag205.xml"/><Relationship Id="rId5" Type="http://schemas.openxmlformats.org/officeDocument/2006/relationships/tags" Target="../tags/tag206.xml"/><Relationship Id="rId6" Type="http://schemas.openxmlformats.org/officeDocument/2006/relationships/tags" Target="../tags/tag207.xml"/><Relationship Id="rId7" Type="http://schemas.openxmlformats.org/officeDocument/2006/relationships/tags" Target="../tags/tag208.xml"/><Relationship Id="rId8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09.xml"/><Relationship Id="rId2" Type="http://schemas.openxmlformats.org/officeDocument/2006/relationships/tags" Target="../tags/tag210.xml"/><Relationship Id="rId3" Type="http://schemas.openxmlformats.org/officeDocument/2006/relationships/tags" Target="../tags/tag211.xml"/><Relationship Id="rId4" Type="http://schemas.openxmlformats.org/officeDocument/2006/relationships/tags" Target="../tags/tag212.xml"/><Relationship Id="rId5" Type="http://schemas.openxmlformats.org/officeDocument/2006/relationships/tags" Target="../tags/tag213.xml"/><Relationship Id="rId6" Type="http://schemas.openxmlformats.org/officeDocument/2006/relationships/tags" Target="../tags/tag214.xml"/><Relationship Id="rId7" Type="http://schemas.openxmlformats.org/officeDocument/2006/relationships/tags" Target="../tags/tag215.xml"/><Relationship Id="rId8" Type="http://schemas.openxmlformats.org/officeDocument/2006/relationships/tags" Target="../tags/tag216.xml"/><Relationship Id="rId9" Type="http://schemas.openxmlformats.org/officeDocument/2006/relationships/tags" Target="../tags/tag217.xml"/><Relationship Id="rId10" Type="http://schemas.openxmlformats.org/officeDocument/2006/relationships/tags" Target="../tags/tag218.xml"/><Relationship Id="rId11" Type="http://schemas.openxmlformats.org/officeDocument/2006/relationships/tags" Target="../tags/tag219.xml"/><Relationship Id="rId12" Type="http://schemas.openxmlformats.org/officeDocument/2006/relationships/tags" Target="../tags/tag220.xml"/><Relationship Id="rId13" Type="http://schemas.openxmlformats.org/officeDocument/2006/relationships/tags" Target="../tags/tag221.xml"/><Relationship Id="rId14" Type="http://schemas.openxmlformats.org/officeDocument/2006/relationships/tags" Target="../tags/tag222.xml"/><Relationship Id="rId15" Type="http://schemas.openxmlformats.org/officeDocument/2006/relationships/tags" Target="../tags/tag223.xml"/><Relationship Id="rId16" Type="http://schemas.openxmlformats.org/officeDocument/2006/relationships/tags" Target="../tags/tag224.xml"/><Relationship Id="rId17" Type="http://schemas.openxmlformats.org/officeDocument/2006/relationships/tags" Target="../tags/tag225.xml"/><Relationship Id="rId18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26.xml"/><Relationship Id="rId2" Type="http://schemas.openxmlformats.org/officeDocument/2006/relationships/tags" Target="../tags/tag227.xml"/><Relationship Id="rId3" Type="http://schemas.openxmlformats.org/officeDocument/2006/relationships/tags" Target="../tags/tag228.xml"/><Relationship Id="rId4" Type="http://schemas.openxmlformats.org/officeDocument/2006/relationships/tags" Target="../tags/tag229.xml"/><Relationship Id="rId5" Type="http://schemas.openxmlformats.org/officeDocument/2006/relationships/tags" Target="../tags/tag230.xml"/><Relationship Id="rId6" Type="http://schemas.openxmlformats.org/officeDocument/2006/relationships/tags" Target="../tags/tag231.xml"/><Relationship Id="rId7" Type="http://schemas.openxmlformats.org/officeDocument/2006/relationships/tags" Target="../tags/tag232.xml"/><Relationship Id="rId8" Type="http://schemas.openxmlformats.org/officeDocument/2006/relationships/tags" Target="../tags/tag233.xml"/><Relationship Id="rId9" Type="http://schemas.openxmlformats.org/officeDocument/2006/relationships/tags" Target="../tags/tag234.xml"/><Relationship Id="rId10" Type="http://schemas.openxmlformats.org/officeDocument/2006/relationships/tags" Target="../tags/tag235.xml"/><Relationship Id="rId11" Type="http://schemas.openxmlformats.org/officeDocument/2006/relationships/tags" Target="../tags/tag236.xml"/><Relationship Id="rId12" Type="http://schemas.openxmlformats.org/officeDocument/2006/relationships/tags" Target="../tags/tag237.xml"/><Relationship Id="rId13" Type="http://schemas.openxmlformats.org/officeDocument/2006/relationships/tags" Target="../tags/tag238.xml"/><Relationship Id="rId14" Type="http://schemas.openxmlformats.org/officeDocument/2006/relationships/tags" Target="../tags/tag239.xml"/><Relationship Id="rId15" Type="http://schemas.openxmlformats.org/officeDocument/2006/relationships/tags" Target="../tags/tag240.xml"/><Relationship Id="rId16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241.xml"/><Relationship Id="rId2" Type="http://schemas.openxmlformats.org/officeDocument/2006/relationships/tags" Target="../tags/tag242.xml"/><Relationship Id="rId3" Type="http://schemas.openxmlformats.org/officeDocument/2006/relationships/tags" Target="../tags/tag243.xml"/><Relationship Id="rId4" Type="http://schemas.openxmlformats.org/officeDocument/2006/relationships/tags" Target="../tags/tag244.xml"/><Relationship Id="rId5" Type="http://schemas.openxmlformats.org/officeDocument/2006/relationships/tags" Target="../tags/tag245.xml"/><Relationship Id="rId6" Type="http://schemas.openxmlformats.org/officeDocument/2006/relationships/tags" Target="../tags/tag246.xml"/><Relationship Id="rId7" Type="http://schemas.openxmlformats.org/officeDocument/2006/relationships/tags" Target="../tags/tag247.xml"/><Relationship Id="rId8" Type="http://schemas.openxmlformats.org/officeDocument/2006/relationships/tags" Target="../tags/tag248.xml"/><Relationship Id="rId9" Type="http://schemas.openxmlformats.org/officeDocument/2006/relationships/tags" Target="../tags/tag249.xml"/><Relationship Id="rId10" Type="http://schemas.openxmlformats.org/officeDocument/2006/relationships/tags" Target="../tags/tag250.xml"/><Relationship Id="rId11" Type="http://schemas.openxmlformats.org/officeDocument/2006/relationships/tags" Target="../tags/tag251.xml"/><Relationship Id="rId12" Type="http://schemas.openxmlformats.org/officeDocument/2006/relationships/tags" Target="../tags/tag252.xml"/><Relationship Id="rId13" Type="http://schemas.openxmlformats.org/officeDocument/2006/relationships/tags" Target="../tags/tag253.xml"/><Relationship Id="rId14" Type="http://schemas.openxmlformats.org/officeDocument/2006/relationships/tags" Target="../tags/tag254.xml"/><Relationship Id="rId15" Type="http://schemas.openxmlformats.org/officeDocument/2006/relationships/tags" Target="../tags/tag255.xml"/><Relationship Id="rId16" Type="http://schemas.openxmlformats.org/officeDocument/2006/relationships/tags" Target="../tags/tag256.xml"/><Relationship Id="rId17" Type="http://schemas.openxmlformats.org/officeDocument/2006/relationships/tags" Target="../tags/tag257.xml"/><Relationship Id="rId18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258.xml"/><Relationship Id="rId2" Type="http://schemas.openxmlformats.org/officeDocument/2006/relationships/tags" Target="../tags/tag259.xml"/><Relationship Id="rId3" Type="http://schemas.openxmlformats.org/officeDocument/2006/relationships/tags" Target="../tags/tag260.xml"/><Relationship Id="rId4" Type="http://schemas.openxmlformats.org/officeDocument/2006/relationships/tags" Target="../tags/tag261.xml"/><Relationship Id="rId5" Type="http://schemas.openxmlformats.org/officeDocument/2006/relationships/tags" Target="../tags/tag262.xml"/><Relationship Id="rId6" Type="http://schemas.openxmlformats.org/officeDocument/2006/relationships/tags" Target="../tags/tag263.xml"/><Relationship Id="rId7" Type="http://schemas.openxmlformats.org/officeDocument/2006/relationships/tags" Target="../tags/tag264.xml"/><Relationship Id="rId8" Type="http://schemas.openxmlformats.org/officeDocument/2006/relationships/tags" Target="../tags/tag265.xml"/><Relationship Id="rId9" Type="http://schemas.openxmlformats.org/officeDocument/2006/relationships/tags" Target="../tags/tag266.xml"/><Relationship Id="rId10" Type="http://schemas.openxmlformats.org/officeDocument/2006/relationships/tags" Target="../tags/tag267.xml"/><Relationship Id="rId11" Type="http://schemas.openxmlformats.org/officeDocument/2006/relationships/tags" Target="../tags/tag268.xml"/><Relationship Id="rId12" Type="http://schemas.openxmlformats.org/officeDocument/2006/relationships/tags" Target="../tags/tag269.xml"/><Relationship Id="rId13" Type="http://schemas.openxmlformats.org/officeDocument/2006/relationships/tags" Target="../tags/tag270.xml"/><Relationship Id="rId14" Type="http://schemas.openxmlformats.org/officeDocument/2006/relationships/tags" Target="../tags/tag271.xml"/><Relationship Id="rId15" Type="http://schemas.openxmlformats.org/officeDocument/2006/relationships/tags" Target="../tags/tag272.xml"/><Relationship Id="rId16" Type="http://schemas.openxmlformats.org/officeDocument/2006/relationships/tags" Target="../tags/tag273.xml"/><Relationship Id="rId17" Type="http://schemas.openxmlformats.org/officeDocument/2006/relationships/tags" Target="../tags/tag274.xml"/><Relationship Id="rId18" Type="http://schemas.openxmlformats.org/officeDocument/2006/relationships/tags" Target="../tags/tag275.xml"/><Relationship Id="rId19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276.xml"/><Relationship Id="rId2" Type="http://schemas.openxmlformats.org/officeDocument/2006/relationships/tags" Target="../tags/tag277.xml"/><Relationship Id="rId3" Type="http://schemas.openxmlformats.org/officeDocument/2006/relationships/tags" Target="../tags/tag278.xml"/><Relationship Id="rId4" Type="http://schemas.openxmlformats.org/officeDocument/2006/relationships/tags" Target="../tags/tag279.xml"/><Relationship Id="rId5" Type="http://schemas.openxmlformats.org/officeDocument/2006/relationships/tags" Target="../tags/tag280.xml"/><Relationship Id="rId6" Type="http://schemas.openxmlformats.org/officeDocument/2006/relationships/tags" Target="../tags/tag281.xml"/><Relationship Id="rId7" Type="http://schemas.openxmlformats.org/officeDocument/2006/relationships/tags" Target="../tags/tag282.xml"/><Relationship Id="rId8" Type="http://schemas.openxmlformats.org/officeDocument/2006/relationships/tags" Target="../tags/tag283.xml"/><Relationship Id="rId9" Type="http://schemas.openxmlformats.org/officeDocument/2006/relationships/tags" Target="../tags/tag284.xml"/><Relationship Id="rId10" Type="http://schemas.openxmlformats.org/officeDocument/2006/relationships/tags" Target="../tags/tag285.xml"/><Relationship Id="rId11" Type="http://schemas.openxmlformats.org/officeDocument/2006/relationships/tags" Target="../tags/tag286.xml"/><Relationship Id="rId12" Type="http://schemas.openxmlformats.org/officeDocument/2006/relationships/tags" Target="../tags/tag287.xml"/><Relationship Id="rId13" Type="http://schemas.openxmlformats.org/officeDocument/2006/relationships/tags" Target="../tags/tag288.xml"/><Relationship Id="rId14" Type="http://schemas.openxmlformats.org/officeDocument/2006/relationships/tags" Target="../tags/tag289.xml"/><Relationship Id="rId15" Type="http://schemas.openxmlformats.org/officeDocument/2006/relationships/tags" Target="../tags/tag290.xml"/><Relationship Id="rId16" Type="http://schemas.openxmlformats.org/officeDocument/2006/relationships/tags" Target="../tags/tag291.xml"/><Relationship Id="rId17" Type="http://schemas.openxmlformats.org/officeDocument/2006/relationships/tags" Target="../tags/tag292.xml"/><Relationship Id="rId18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293.xml"/><Relationship Id="rId2" Type="http://schemas.openxmlformats.org/officeDocument/2006/relationships/tags" Target="../tags/tag294.xml"/><Relationship Id="rId3" Type="http://schemas.openxmlformats.org/officeDocument/2006/relationships/tags" Target="../tags/tag295.xml"/><Relationship Id="rId4" Type="http://schemas.openxmlformats.org/officeDocument/2006/relationships/tags" Target="../tags/tag296.xml"/><Relationship Id="rId5" Type="http://schemas.openxmlformats.org/officeDocument/2006/relationships/tags" Target="../tags/tag297.xml"/><Relationship Id="rId6" Type="http://schemas.openxmlformats.org/officeDocument/2006/relationships/tags" Target="../tags/tag298.xml"/><Relationship Id="rId7" Type="http://schemas.openxmlformats.org/officeDocument/2006/relationships/tags" Target="../tags/tag299.xml"/><Relationship Id="rId8" Type="http://schemas.openxmlformats.org/officeDocument/2006/relationships/tags" Target="../tags/tag300.xml"/><Relationship Id="rId9" Type="http://schemas.openxmlformats.org/officeDocument/2006/relationships/tags" Target="../tags/tag301.xml"/><Relationship Id="rId10" Type="http://schemas.openxmlformats.org/officeDocument/2006/relationships/tags" Target="../tags/tag302.xml"/><Relationship Id="rId11" Type="http://schemas.openxmlformats.org/officeDocument/2006/relationships/tags" Target="../tags/tag303.xml"/><Relationship Id="rId12" Type="http://schemas.openxmlformats.org/officeDocument/2006/relationships/tags" Target="../tags/tag304.xml"/><Relationship Id="rId13" Type="http://schemas.openxmlformats.org/officeDocument/2006/relationships/tags" Target="../tags/tag305.xml"/><Relationship Id="rId14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06.xml"/><Relationship Id="rId2" Type="http://schemas.openxmlformats.org/officeDocument/2006/relationships/tags" Target="../tags/tag307.xml"/><Relationship Id="rId3" Type="http://schemas.openxmlformats.org/officeDocument/2006/relationships/tags" Target="../tags/tag308.xml"/><Relationship Id="rId4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309.xml"/><Relationship Id="rId2" Type="http://schemas.openxmlformats.org/officeDocument/2006/relationships/tags" Target="../tags/tag310.xml"/><Relationship Id="rId3" Type="http://schemas.openxmlformats.org/officeDocument/2006/relationships/tags" Target="../tags/tag311.xml"/><Relationship Id="rId4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312.xml"/><Relationship Id="rId2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313.xml"/><Relationship Id="rId2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314.xml"/><Relationship Id="rId2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315.xml"/><Relationship Id="rId2" Type="http://schemas.openxmlformats.org/officeDocument/2006/relationships/tags" Target="../tags/tag316.xml"/><Relationship Id="rId3" Type="http://schemas.openxmlformats.org/officeDocument/2006/relationships/tags" Target="../tags/tag317.xml"/><Relationship Id="rId4" Type="http://schemas.openxmlformats.org/officeDocument/2006/relationships/tags" Target="../tags/tag318.xml"/><Relationship Id="rId5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319.xml"/><Relationship Id="rId2" Type="http://schemas.openxmlformats.org/officeDocument/2006/relationships/tags" Target="../tags/tag320.xml"/><Relationship Id="rId3" Type="http://schemas.openxmlformats.org/officeDocument/2006/relationships/tags" Target="../tags/tag321.xml"/><Relationship Id="rId4" Type="http://schemas.openxmlformats.org/officeDocument/2006/relationships/tags" Target="../tags/tag322.xml"/><Relationship Id="rId5" Type="http://schemas.openxmlformats.org/officeDocument/2006/relationships/tags" Target="../tags/tag323.xml"/><Relationship Id="rId6" Type="http://schemas.openxmlformats.org/officeDocument/2006/relationships/tags" Target="../tags/tag324.xml"/><Relationship Id="rId7" Type="http://schemas.openxmlformats.org/officeDocument/2006/relationships/tags" Target="../tags/tag325.xml"/><Relationship Id="rId8" Type="http://schemas.openxmlformats.org/officeDocument/2006/relationships/tags" Target="../tags/tag326.xml"/><Relationship Id="rId9" Type="http://schemas.openxmlformats.org/officeDocument/2006/relationships/tags" Target="../tags/tag327.xml"/><Relationship Id="rId10" Type="http://schemas.openxmlformats.org/officeDocument/2006/relationships/tags" Target="../tags/tag328.xml"/><Relationship Id="rId11" Type="http://schemas.openxmlformats.org/officeDocument/2006/relationships/tags" Target="../tags/tag329.xml"/><Relationship Id="rId12" Type="http://schemas.openxmlformats.org/officeDocument/2006/relationships/tags" Target="../tags/tag330.xml"/><Relationship Id="rId13" Type="http://schemas.openxmlformats.org/officeDocument/2006/relationships/tags" Target="../tags/tag331.xml"/><Relationship Id="rId14" Type="http://schemas.openxmlformats.org/officeDocument/2006/relationships/tags" Target="../tags/tag332.xml"/><Relationship Id="rId15" Type="http://schemas.openxmlformats.org/officeDocument/2006/relationships/tags" Target="../tags/tag333.xml"/><Relationship Id="rId16" Type="http://schemas.openxmlformats.org/officeDocument/2006/relationships/tags" Target="../tags/tag334.xml"/><Relationship Id="rId17" Type="http://schemas.openxmlformats.org/officeDocument/2006/relationships/tags" Target="../tags/tag335.xml"/><Relationship Id="rId18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tx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C0D3CBF4-D047-32CB-A092-652CAC85703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9156824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11082528" cy="731520"/>
          </a:xfrm>
          <a:solidFill>
            <a:schemeClr val="bg1"/>
          </a:solidFill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873D95DD-E857-0D17-E5B3-689239B81CE6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999659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770898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341724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reak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96612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095673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Light">
            <a:extLst>
              <a:ext uri="{FF2B5EF4-FFF2-40B4-BE49-F238E27FC236}">
                <a16:creationId xmlns:a16="http://schemas.microsoft.com/office/drawing/2014/main" id="{3FA229FA-A3E6-464F-8FAE-54175450EBEB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2D4C39DE-34D3-430B-A68C-3662DBF9F427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E3C091A9-963C-2C5A-3FA3-C25CC81E7BFE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15554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88033E0C-2CF5-6BBA-1C85-008D0D4DB883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65375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375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AEC46ACE-42CD-4304-9E51-86DBC38CA4EB}"/>
              </a:ext>
            </a:extLst>
          </p:cNvPr>
          <p:cNvSpPr txBox="1"/>
          <p:nvPr>
            <p:custDataLst>
              <p:tags r:id="rId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9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10" name="SlideLogoText">
            <a:extLst>
              <a:ext uri="{FF2B5EF4-FFF2-40B4-BE49-F238E27FC236}">
                <a16:creationId xmlns:a16="http://schemas.microsoft.com/office/drawing/2014/main" id="{ED193EBB-5466-5BDD-AEFC-F0E9BB306421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9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72983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4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8796290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0063648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rontpage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1"/>
            </p:custDataLst>
          </p:nvPr>
        </p:nvSpPr>
        <p:spPr>
          <a:xfrm>
            <a:off x="551942" y="326582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2"/>
            </p:custDataLst>
          </p:nvPr>
        </p:nvSpPr>
        <p:spPr>
          <a:xfrm>
            <a:off x="554736" y="4510168"/>
            <a:ext cx="6255258" cy="215444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>
              <a:buNone/>
              <a:defRPr sz="1400">
                <a:solidFill>
                  <a:schemeClr val="bg1"/>
                </a:solidFill>
              </a:defRPr>
            </a:lvl1pPr>
            <a:lvl2pPr marL="115888" indent="0">
              <a:buNone/>
              <a:defRPr>
                <a:solidFill>
                  <a:schemeClr val="bg1"/>
                </a:solidFill>
              </a:defRPr>
            </a:lvl2pPr>
            <a:lvl3pPr marL="466344" indent="0">
              <a:buNone/>
              <a:defRPr>
                <a:solidFill>
                  <a:schemeClr val="bg1"/>
                </a:solidFill>
              </a:defRPr>
            </a:lvl3pPr>
            <a:lvl4pPr marL="813816" indent="0">
              <a:buNone/>
              <a:defRPr>
                <a:solidFill>
                  <a:schemeClr val="bg1"/>
                </a:solidFill>
              </a:defRPr>
            </a:lvl4pPr>
            <a:lvl5pPr marL="1161288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change date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551942" y="4092559"/>
            <a:ext cx="6255258" cy="307777"/>
          </a:xfrm>
          <a:prstGeom prst="rect">
            <a:avLst/>
          </a:prstGeom>
          <a:noFill/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change Master subtitle style</a:t>
            </a:r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551942" y="2519680"/>
            <a:ext cx="6255258" cy="1451832"/>
          </a:xfrm>
          <a:prstGeom prst="rect">
            <a:avLst/>
          </a:prstGeom>
          <a:noFill/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change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533875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 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E4920261-0593-4AC5-992E-73B8CB0A1C71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5. Source" hidden="1">
            <a:extLst>
              <a:ext uri="{FF2B5EF4-FFF2-40B4-BE49-F238E27FC236}">
                <a16:creationId xmlns:a16="http://schemas.microsoft.com/office/drawing/2014/main" id="{0CC39C66-1ED1-4BBF-87FB-6C74C9A461B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2. Slide Title">
            <a:extLst>
              <a:ext uri="{FF2B5EF4-FFF2-40B4-BE49-F238E27FC236}">
                <a16:creationId xmlns:a16="http://schemas.microsoft.com/office/drawing/2014/main" id="{A3FB3845-C7A1-C146-0D47-CA99D05EE4C4}"/>
              </a:ext>
            </a:extLst>
          </p:cNvPr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554736" y="355092"/>
            <a:ext cx="11082528" cy="731520"/>
          </a:xfrm>
        </p:spPr>
        <p:txBody>
          <a:bodyPr vert="horz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3. Subtitle">
            <a:extLst>
              <a:ext uri="{FF2B5EF4-FFF2-40B4-BE49-F238E27FC236}">
                <a16:creationId xmlns:a16="http://schemas.microsoft.com/office/drawing/2014/main" id="{2D82DC27-D40F-1FDD-08CA-E1D98D482D55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554736" y="1318966"/>
            <a:ext cx="11082528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2256F47C-8755-AD8E-F266-944EE5D1E6E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7" name="TopLine">
            <a:extLst>
              <a:ext uri="{FF2B5EF4-FFF2-40B4-BE49-F238E27FC236}">
                <a16:creationId xmlns:a16="http://schemas.microsoft.com/office/drawing/2014/main" id="{42A698AF-55F9-B974-2353-E7C18303832A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BottomLine">
            <a:extLst>
              <a:ext uri="{FF2B5EF4-FFF2-40B4-BE49-F238E27FC236}">
                <a16:creationId xmlns:a16="http://schemas.microsoft.com/office/drawing/2014/main" id="{0F91EBE0-A37D-1C3F-105C-121497E50581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446386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op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1706563"/>
            <a:ext cx="3813048" cy="694944"/>
          </a:xfrm>
          <a:prstGeom prst="rect">
            <a:avLst/>
          </a:prstGeom>
        </p:spPr>
        <p:txBody>
          <a:bodyPr vert="horz"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9" name="1. On-page tracker">
            <a:extLst>
              <a:ext uri="{FF2B5EF4-FFF2-40B4-BE49-F238E27FC236}">
                <a16:creationId xmlns:a16="http://schemas.microsoft.com/office/drawing/2014/main" id="{5154603C-472B-D4E8-F358-1CD0ED401B4F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95262A3-4D06-C89D-05E2-AA97F9B5D0A2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6BA32EF7-D882-B552-7FB3-36C2D36AA06A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10" name="Slide Number">
            <a:extLst>
              <a:ext uri="{FF2B5EF4-FFF2-40B4-BE49-F238E27FC236}">
                <a16:creationId xmlns:a16="http://schemas.microsoft.com/office/drawing/2014/main" id="{12E272E9-BC69-EC9E-B4A6-1953D2BB2D85}"/>
              </a:ext>
            </a:extLst>
          </p:cNvPr>
          <p:cNvSpPr>
            <a:spLocks noChangeArrowheads="1"/>
          </p:cNvSpPr>
          <p:nvPr userDrawn="1">
            <p:custDataLst>
              <p:tags r:id="rId7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1" name="TopLine">
            <a:extLst>
              <a:ext uri="{FF2B5EF4-FFF2-40B4-BE49-F238E27FC236}">
                <a16:creationId xmlns:a16="http://schemas.microsoft.com/office/drawing/2014/main" id="{E9C5FC54-7D67-724E-E303-818A330F138E}"/>
              </a:ext>
            </a:extLst>
          </p:cNvPr>
          <p:cNvCxnSpPr/>
          <p:nvPr userDrawn="1">
            <p:custDataLst>
              <p:tags r:id="rId8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BottomLine">
            <a:extLst>
              <a:ext uri="{FF2B5EF4-FFF2-40B4-BE49-F238E27FC236}">
                <a16:creationId xmlns:a16="http://schemas.microsoft.com/office/drawing/2014/main" id="{B72CCDAD-B288-166D-1A8A-2A1CD511CDCC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385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Mid left 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044280"/>
            <a:ext cx="5065776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3057897B-D3C8-A735-DC7E-D4383D1221E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8F195528-42AB-7E73-523C-67A760CC4521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6" name="TopLine">
            <a:extLst>
              <a:ext uri="{FF2B5EF4-FFF2-40B4-BE49-F238E27FC236}">
                <a16:creationId xmlns:a16="http://schemas.microsoft.com/office/drawing/2014/main" id="{8B904657-3B87-B4EE-8316-1E859C4514EB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2FF090A-C003-0304-46D8-4251EFBBFB06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0596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ection break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2. Slide Title">
            <a:extLst>
              <a:ext uri="{FF2B5EF4-FFF2-40B4-BE49-F238E27FC236}">
                <a16:creationId xmlns:a16="http://schemas.microsoft.com/office/drawing/2014/main" id="{99495DFD-8D6A-4DD8-AE3A-47FA42AA0A4F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4580468"/>
            <a:ext cx="11082528" cy="677108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Slide Number">
            <a:extLst>
              <a:ext uri="{FF2B5EF4-FFF2-40B4-BE49-F238E27FC236}">
                <a16:creationId xmlns:a16="http://schemas.microsoft.com/office/drawing/2014/main" id="{A86AE8A6-05EF-4E76-AAAD-41743692E9F9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B871FE09-BB6E-4334-B0EA-E52395AA61B3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3" name="1. On-page tracker">
            <a:extLst>
              <a:ext uri="{FF2B5EF4-FFF2-40B4-BE49-F238E27FC236}">
                <a16:creationId xmlns:a16="http://schemas.microsoft.com/office/drawing/2014/main" id="{77387CA2-37E3-E660-67B4-16D621E80E7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4" name="5. Source" hidden="1">
            <a:extLst>
              <a:ext uri="{FF2B5EF4-FFF2-40B4-BE49-F238E27FC236}">
                <a16:creationId xmlns:a16="http://schemas.microsoft.com/office/drawing/2014/main" id="{DEC2B040-4E6F-73B0-516D-56EAE88687E3}"/>
              </a:ext>
            </a:extLst>
          </p:cNvPr>
          <p:cNvSpPr txBox="1"/>
          <p:nvPr userDrawn="1">
            <p:custDataLst>
              <p:tags r:id="rId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cxnSp>
        <p:nvCxnSpPr>
          <p:cNvPr id="5" name="TopLine">
            <a:extLst>
              <a:ext uri="{FF2B5EF4-FFF2-40B4-BE49-F238E27FC236}">
                <a16:creationId xmlns:a16="http://schemas.microsoft.com/office/drawing/2014/main" id="{FB35A28F-B25A-F397-C076-3C4307EC7FFE}"/>
              </a:ext>
            </a:extLst>
          </p:cNvPr>
          <p:cNvCxnSpPr/>
          <p:nvPr userDrawn="1">
            <p:custDataLst>
              <p:tags r:id="rId6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BottomLine">
            <a:extLst>
              <a:ext uri="{FF2B5EF4-FFF2-40B4-BE49-F238E27FC236}">
                <a16:creationId xmlns:a16="http://schemas.microsoft.com/office/drawing/2014/main" id="{A4C1D2D5-250E-7892-49D1-538B4E9DA58C}"/>
              </a:ext>
            </a:extLst>
          </p:cNvPr>
          <p:cNvCxnSpPr/>
          <p:nvPr userDrawn="1">
            <p:custDataLst>
              <p:tags r:id="rId7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84735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6842996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1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2FA89E15-5D02-0617-3AA7-74A6D56FA911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4364736" y="0"/>
            <a:ext cx="782726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6B65DC7-979F-4AB7-9872-8CF5F2DCB753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4EF89F43-35C6-451B-BBE8-87D2B8B83F5E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2744369"/>
            <a:ext cx="3465576" cy="769441"/>
          </a:xfrm>
          <a:prstGeom prst="rect">
            <a:avLst/>
          </a:prstGeom>
        </p:spPr>
        <p:txBody>
          <a:bodyPr vert="horz" wrap="square" anchor="b">
            <a:noAutofit/>
          </a:bodyPr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9F06A69A-B095-4159-932B-3658DD253FDF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5" y="3659644"/>
            <a:ext cx="3465575" cy="276999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DA204BE1-D5C8-4D03-9090-21D41FEC78E0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1AB19973-CFDD-3FB8-6DFF-498B601C379D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A86B6E09-798E-45ED-0CE4-724C9DC4E530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4671219" y="6453769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1B00A4A7-7F77-6869-99A8-EC7814D3C547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6453769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188B82DD-6E28-FB08-8379-E98AD4554123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4671219" y="1181906"/>
            <a:ext cx="6967728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11E11B27-3399-94FC-1323-6BD249478C6F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1181906"/>
            <a:ext cx="34655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1939B8BA-72B8-5CA9-1AF1-8C2571E3DE5C}"/>
              </a:ext>
            </a:extLst>
          </p:cNvPr>
          <p:cNvSpPr txBox="1"/>
          <p:nvPr userDrawn="1">
            <p:custDataLst>
              <p:tags r:id="rId15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0916594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6092952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30660E0E-E090-78AE-B8DF-94E8A4055F1E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D1D2613-79E5-D207-EAF7-90FABF6E74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3A983EBF-637D-A060-116E-0B0128C45EE3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44142F97-2561-3657-1B4B-3BFBB1E9F9BD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81B34F4-C4ED-A448-4C7C-1FBDE8D7D418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28B9027F-AE86-DAF5-5474-EE46805E4CA7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BD3C695-AC57-A88D-1A2C-3A39E19380FA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841276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1/2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1"/>
            </p:custDataLst>
          </p:nvPr>
        </p:nvSpPr>
        <p:spPr bwMode="ltGray">
          <a:xfrm>
            <a:off x="0" y="0"/>
            <a:ext cx="609904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LogoText">
            <a:extLst>
              <a:ext uri="{FF2B5EF4-FFF2-40B4-BE49-F238E27FC236}">
                <a16:creationId xmlns:a16="http://schemas.microsoft.com/office/drawing/2014/main" id="{609F85FD-B74A-4A4E-BFA9-7668DD6BCB90}"/>
              </a:ext>
            </a:extLst>
          </p:cNvPr>
          <p:cNvSpPr txBox="1"/>
          <p:nvPr>
            <p:custDataLst>
              <p:tags r:id="rId2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A030B95D-1D90-4A27-8714-CFE7C7DB702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546D990A-A0D7-434B-9320-6311D017DAA2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TopLineRight">
            <a:extLst>
              <a:ext uri="{FF2B5EF4-FFF2-40B4-BE49-F238E27FC236}">
                <a16:creationId xmlns:a16="http://schemas.microsoft.com/office/drawing/2014/main" id="{9388C4F9-67A3-422B-89FF-FAD8454A2F57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TopLineLeft">
            <a:extLst>
              <a:ext uri="{FF2B5EF4-FFF2-40B4-BE49-F238E27FC236}">
                <a16:creationId xmlns:a16="http://schemas.microsoft.com/office/drawing/2014/main" id="{1C0D7255-5C21-4254-B3DE-6D296E69C5F2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155D849-0DEC-44CD-849F-C8D9C2279FD6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6573171" y="355092"/>
            <a:ext cx="5065776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10"/>
            </p:custDataLst>
          </p:nvPr>
        </p:nvSpPr>
        <p:spPr>
          <a:xfrm>
            <a:off x="6573171" y="1287435"/>
            <a:ext cx="5065776" cy="3046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67FBB9-900F-D74F-181C-8D3946FC8460}"/>
              </a:ext>
            </a:extLst>
          </p:cNvPr>
          <p:cNvSpPr txBox="1"/>
          <p:nvPr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 dirty="0">
              <a:solidFill>
                <a:schemeClr val="tx1"/>
              </a:solidFill>
            </a:endParaRPr>
          </a:p>
        </p:txBody>
      </p:sp>
      <p:sp>
        <p:nvSpPr>
          <p:cNvPr id="5" name="1. On-page tracker">
            <a:extLst>
              <a:ext uri="{FF2B5EF4-FFF2-40B4-BE49-F238E27FC236}">
                <a16:creationId xmlns:a16="http://schemas.microsoft.com/office/drawing/2014/main" id="{84B0356F-D00A-3854-0BBC-656B43F1CE5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8F2C2791-B51E-A08E-A83D-8365063BE5F0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6573171" y="6453769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BottomLineLeft">
            <a:extLst>
              <a:ext uri="{FF2B5EF4-FFF2-40B4-BE49-F238E27FC236}">
                <a16:creationId xmlns:a16="http://schemas.microsoft.com/office/drawing/2014/main" id="{791D93BD-1F5A-C628-82CE-076AE9052101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1CB83102-3A2E-9CC5-4A85-E3CDA823E93A}"/>
              </a:ext>
            </a:extLst>
          </p:cNvPr>
          <p:cNvCxnSpPr>
            <a:cxnSpLocks/>
          </p:cNvCxnSpPr>
          <p:nvPr userDrawn="1">
            <p:custDataLst>
              <p:tags r:id="rId15"/>
            </p:custDataLst>
          </p:nvPr>
        </p:nvCxnSpPr>
        <p:spPr>
          <a:xfrm>
            <a:off x="6573171" y="1181906"/>
            <a:ext cx="506577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1779C13D-1F8B-9D37-1911-BCA54D7665BC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C12C1F7-B019-2A92-2CC7-43FD710B5543}"/>
              </a:ext>
            </a:extLst>
          </p:cNvPr>
          <p:cNvCxnSpPr/>
          <p:nvPr userDrawn="1">
            <p:custDataLst>
              <p:tags r:id="rId17"/>
            </p:custDataLst>
          </p:nvPr>
        </p:nvCxnSpPr>
        <p:spPr>
          <a:xfrm>
            <a:off x="554736" y="1181906"/>
            <a:ext cx="50657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B142AE8B-ABE4-83DD-4791-FF240BDC1202}"/>
              </a:ext>
            </a:extLst>
          </p:cNvPr>
          <p:cNvSpPr txBox="1"/>
          <p:nvPr userDrawn="1">
            <p:custDataLst>
              <p:tags r:id="rId18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8110B89-A74A-7E06-7CD8-90CE64375D18}"/>
              </a:ext>
            </a:extLst>
          </p:cNvPr>
          <p:cNvSpPr txBox="1"/>
          <p:nvPr userDrawn="1"/>
        </p:nvSpPr>
        <p:spPr>
          <a:xfrm>
            <a:off x="335280" y="150368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DK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01102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2/3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2. Slide Title">
            <a:extLst>
              <a:ext uri="{FF2B5EF4-FFF2-40B4-BE49-F238E27FC236}">
                <a16:creationId xmlns:a16="http://schemas.microsoft.com/office/drawing/2014/main" id="{0415F114-7B0E-43F2-8881-F0D9FB2A643B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554736" y="355092"/>
            <a:ext cx="6967728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RectangleLight">
            <a:extLst>
              <a:ext uri="{FF2B5EF4-FFF2-40B4-BE49-F238E27FC236}">
                <a16:creationId xmlns:a16="http://schemas.microsoft.com/office/drawing/2014/main" id="{2365F90A-9CD8-40EE-93CD-2729135A9569}"/>
              </a:ext>
            </a:extLst>
          </p:cNvPr>
          <p:cNvSpPr/>
          <p:nvPr>
            <p:custDataLst>
              <p:tags r:id="rId2"/>
            </p:custDataLst>
          </p:nvPr>
        </p:nvSpPr>
        <p:spPr bwMode="ltGray">
          <a:xfrm>
            <a:off x="7830312" y="0"/>
            <a:ext cx="4361688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3B7A7C0C-AC02-4989-860B-73442D510162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2" name="BottomLineRight">
            <a:extLst>
              <a:ext uri="{FF2B5EF4-FFF2-40B4-BE49-F238E27FC236}">
                <a16:creationId xmlns:a16="http://schemas.microsoft.com/office/drawing/2014/main" id="{6425396B-5490-4E4D-8EA4-E4AB4F98BF62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BottomLineLeft">
            <a:extLst>
              <a:ext uri="{FF2B5EF4-FFF2-40B4-BE49-F238E27FC236}">
                <a16:creationId xmlns:a16="http://schemas.microsoft.com/office/drawing/2014/main" id="{570396F1-4249-402C-975E-F70778173C25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TopLineRight">
            <a:extLst>
              <a:ext uri="{FF2B5EF4-FFF2-40B4-BE49-F238E27FC236}">
                <a16:creationId xmlns:a16="http://schemas.microsoft.com/office/drawing/2014/main" id="{C5BD98EE-C09E-457E-A028-EBE485145AA3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Left">
            <a:extLst>
              <a:ext uri="{FF2B5EF4-FFF2-40B4-BE49-F238E27FC236}">
                <a16:creationId xmlns:a16="http://schemas.microsoft.com/office/drawing/2014/main" id="{47D3FB95-30DE-4983-B5AE-01B80542C0DD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18D646E-BD43-4948-96FE-F798F0E18D71}"/>
              </a:ext>
            </a:extLst>
          </p:cNvPr>
          <p:cNvCxnSpPr/>
          <p:nvPr>
            <p:custDataLst>
              <p:tags r:id="rId8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3. Subtitle">
            <a:extLst>
              <a:ext uri="{FF2B5EF4-FFF2-40B4-BE49-F238E27FC236}">
                <a16:creationId xmlns:a16="http://schemas.microsoft.com/office/drawing/2014/main" id="{712BED6B-950C-4FB8-AEE1-14FA61D013FF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1291125"/>
            <a:ext cx="6967728" cy="276999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F25A304F-F50E-4F96-991D-CFEB07060178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81FC95FE-98AE-2D03-2407-7155AFECE47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23333C35-5A2E-151B-2F4B-2CDCB314397C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8173371" y="6453769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BottomLineLeft">
            <a:extLst>
              <a:ext uri="{FF2B5EF4-FFF2-40B4-BE49-F238E27FC236}">
                <a16:creationId xmlns:a16="http://schemas.microsoft.com/office/drawing/2014/main" id="{03CB881E-B8CB-CF21-ECED-2D62E68D5699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554736" y="6453769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Right">
            <a:extLst>
              <a:ext uri="{FF2B5EF4-FFF2-40B4-BE49-F238E27FC236}">
                <a16:creationId xmlns:a16="http://schemas.microsoft.com/office/drawing/2014/main" id="{6046C228-BC5A-00E4-BA8C-D41D9C371758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8173371" y="1181906"/>
            <a:ext cx="3465576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Left">
            <a:extLst>
              <a:ext uri="{FF2B5EF4-FFF2-40B4-BE49-F238E27FC236}">
                <a16:creationId xmlns:a16="http://schemas.microsoft.com/office/drawing/2014/main" id="{6DDEA8EA-201F-2A9F-D188-038DDA3A4C07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38C08786-DAFA-C25B-BB5A-6EF081FE7EC5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69677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5. Source" hidden="1">
            <a:extLst>
              <a:ext uri="{FF2B5EF4-FFF2-40B4-BE49-F238E27FC236}">
                <a16:creationId xmlns:a16="http://schemas.microsoft.com/office/drawing/2014/main" id="{533741C6-486A-114F-757D-0815AA6BF1FB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6967729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144173752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3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Light">
            <a:extLst>
              <a:ext uri="{FF2B5EF4-FFF2-40B4-BE49-F238E27FC236}">
                <a16:creationId xmlns:a16="http://schemas.microsoft.com/office/drawing/2014/main" id="{CD2FAB0B-AB63-C7F3-6E57-3803DCBF78EE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8781416" y="0"/>
            <a:ext cx="3410584" cy="6858000"/>
          </a:xfrm>
          <a:prstGeom prst="rect">
            <a:avLst/>
          </a:prstGeom>
          <a:solidFill>
            <a:schemeClr val="accent1"/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D0E8D6D4-65CF-4E97-809E-C2399703986A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marL="0" marR="0" lvl="0" indent="0" algn="r" defTabSz="61074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ABDCABE-3F10-B64C-92F1-862014417034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pPr marL="0" marR="0" lvl="0" indent="0" algn="r" defTabSz="61074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27" name="BottomLineRight">
            <a:extLst>
              <a:ext uri="{FF2B5EF4-FFF2-40B4-BE49-F238E27FC236}">
                <a16:creationId xmlns:a16="http://schemas.microsoft.com/office/drawing/2014/main" id="{C7EF0021-7C64-4C3A-BB10-343D51B3F040}"/>
              </a:ext>
            </a:extLst>
          </p:cNvPr>
          <p:cNvCxnSpPr/>
          <p:nvPr>
            <p:custDataLst>
              <p:tags r:id="rId3"/>
            </p:custDataLst>
          </p:nvPr>
        </p:nvCxnSpPr>
        <p:spPr>
          <a:xfrm>
            <a:off x="9119861" y="6453769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BottomLineLeft">
            <a:extLst>
              <a:ext uri="{FF2B5EF4-FFF2-40B4-BE49-F238E27FC236}">
                <a16:creationId xmlns:a16="http://schemas.microsoft.com/office/drawing/2014/main" id="{769848ED-A1D9-4D6F-AC16-5512562B47A0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554736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TopLineRight">
            <a:extLst>
              <a:ext uri="{FF2B5EF4-FFF2-40B4-BE49-F238E27FC236}">
                <a16:creationId xmlns:a16="http://schemas.microsoft.com/office/drawing/2014/main" id="{9DD5C457-8894-4C00-BE39-CE61754727F6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TopLineLeft">
            <a:extLst>
              <a:ext uri="{FF2B5EF4-FFF2-40B4-BE49-F238E27FC236}">
                <a16:creationId xmlns:a16="http://schemas.microsoft.com/office/drawing/2014/main" id="{8B2884B5-93FA-4ECC-9065-3398231F02FC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8FFC5EFA-01A0-4033-8D7E-3C2B1F490A33}"/>
              </a:ext>
            </a:extLst>
          </p:cNvPr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>
          <a:xfrm>
            <a:off x="554736" y="354162"/>
            <a:ext cx="7918704" cy="731520"/>
          </a:xfrm>
        </p:spPr>
        <p:txBody>
          <a:bodyPr vert="horz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1555BB7F-874D-4148-9E84-841F62C8E9D4}"/>
              </a:ext>
            </a:extLst>
          </p:cNvPr>
          <p:cNvSpPr>
            <a:spLocks noGrp="1"/>
          </p:cNvSpPr>
          <p:nvPr>
            <p:ph type="subTitle" idx="1"/>
            <p:custDataLst>
              <p:tags r:id="rId8"/>
            </p:custDataLst>
          </p:nvPr>
        </p:nvSpPr>
        <p:spPr>
          <a:xfrm>
            <a:off x="554736" y="1291125"/>
            <a:ext cx="7918704" cy="29718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2" name="5. Source" hidden="1">
            <a:extLst>
              <a:ext uri="{FF2B5EF4-FFF2-40B4-BE49-F238E27FC236}">
                <a16:creationId xmlns:a16="http://schemas.microsoft.com/office/drawing/2014/main" id="{F5E9C22A-A356-4521-A359-338A663DFEA2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40C50DBC-77FE-61C3-BB9B-59D91329110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cxnSp>
        <p:nvCxnSpPr>
          <p:cNvPr id="10" name="TopLineRight">
            <a:extLst>
              <a:ext uri="{FF2B5EF4-FFF2-40B4-BE49-F238E27FC236}">
                <a16:creationId xmlns:a16="http://schemas.microsoft.com/office/drawing/2014/main" id="{02EF33B4-F1CF-127A-6DC0-66C2F56540CF}"/>
              </a:ext>
            </a:extLst>
          </p:cNvPr>
          <p:cNvCxnSpPr/>
          <p:nvPr userDrawn="1">
            <p:custDataLst>
              <p:tags r:id="rId11"/>
            </p:custDataLst>
          </p:nvPr>
        </p:nvCxnSpPr>
        <p:spPr>
          <a:xfrm>
            <a:off x="9119861" y="1181906"/>
            <a:ext cx="2514600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Left">
            <a:extLst>
              <a:ext uri="{FF2B5EF4-FFF2-40B4-BE49-F238E27FC236}">
                <a16:creationId xmlns:a16="http://schemas.microsoft.com/office/drawing/2014/main" id="{F771BF59-40BB-01B4-DC46-910BA1A736B4}"/>
              </a:ext>
            </a:extLst>
          </p:cNvPr>
          <p:cNvCxnSpPr/>
          <p:nvPr userDrawn="1">
            <p:custDataLst>
              <p:tags r:id="rId12"/>
            </p:custDataLst>
          </p:nvPr>
        </p:nvCxnSpPr>
        <p:spPr>
          <a:xfrm>
            <a:off x="554736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5. Source" hidden="1">
            <a:extLst>
              <a:ext uri="{FF2B5EF4-FFF2-40B4-BE49-F238E27FC236}">
                <a16:creationId xmlns:a16="http://schemas.microsoft.com/office/drawing/2014/main" id="{2B2A3520-E5B7-615D-AC0C-FC45DAE55740}"/>
              </a:ext>
            </a:extLst>
          </p:cNvPr>
          <p:cNvSpPr txBox="1"/>
          <p:nvPr userDrawn="1">
            <p:custDataLst>
              <p:tags r:id="rId1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Segoe UI" panose="020B0502040204020203" pitchFamily="34" charset="0"/>
              <a:buChar char="​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 panose="020B0604020202020204" pitchFamily="34" charset="0"/>
              </a:rPr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203649821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330AE89A-7771-4A6E-A02D-893DCB66C87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2" name="ClientLogo">
            <a:extLst>
              <a:ext uri="{FF2B5EF4-FFF2-40B4-BE49-F238E27FC236}">
                <a16:creationId xmlns:a16="http://schemas.microsoft.com/office/drawing/2014/main" id="{360045FA-4F2B-7CCC-BC88-DBB2BC856EF6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2"/>
            </p:custDataLst>
          </p:nvPr>
        </p:nvSpPr>
        <p:spPr>
          <a:xfrm>
            <a:off x="5096891" y="2906491"/>
            <a:ext cx="1998218" cy="104501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logo goes here.</a:t>
            </a:r>
          </a:p>
        </p:txBody>
      </p:sp>
      <p:sp>
        <p:nvSpPr>
          <p:cNvPr id="5" name="5. Source" hidden="1">
            <a:extLst>
              <a:ext uri="{FF2B5EF4-FFF2-40B4-BE49-F238E27FC236}">
                <a16:creationId xmlns:a16="http://schemas.microsoft.com/office/drawing/2014/main" id="{9E557DC3-5BF2-4D79-84F4-12A1DDBC6D3C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418971657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Blank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bg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13188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 userDrawn="1">
  <p:cSld name="Custom Layout">
    <p:bg>
      <p:bgPr>
        <a:solidFill>
          <a:srgbClr val="062032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Google Shape;15;p38">
            <a:extLst>
              <a:ext uri="{FF2B5EF4-FFF2-40B4-BE49-F238E27FC236}">
                <a16:creationId xmlns:a16="http://schemas.microsoft.com/office/drawing/2014/main" id="{C1A3E8A5-6140-548F-EB36-6E044E92CB50}"/>
              </a:ext>
            </a:extLst>
          </p:cNvPr>
          <p:cNvCxnSpPr/>
          <p:nvPr userDrawn="1"/>
        </p:nvCxnSpPr>
        <p:spPr>
          <a:xfrm>
            <a:off x="569119" y="6453188"/>
            <a:ext cx="11053762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95000"/>
              </a:schemeClr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D932975-FBC2-52F0-6068-2CB9DABF98B4}"/>
              </a:ext>
            </a:extLst>
          </p:cNvPr>
          <p:cNvSpPr txBox="1"/>
          <p:nvPr userDrawn="1"/>
        </p:nvSpPr>
        <p:spPr>
          <a:xfrm>
            <a:off x="1842868" y="1167618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26D31096-8F5E-8FA4-F3E8-7F7509A3EDBB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E585E3C-E71F-27EE-4D76-96B1E7A8F9B0}"/>
              </a:ext>
            </a:extLst>
          </p:cNvPr>
          <p:cNvSpPr txBox="1"/>
          <p:nvPr userDrawn="1"/>
        </p:nvSpPr>
        <p:spPr>
          <a:xfrm>
            <a:off x="10419644" y="6570133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9570413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userDrawn="1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251045C4-024B-CA7B-E270-32B5FE04C1F7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21426546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userDrawn="1">
  <p:cSld name="Agenda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0"/>
          <p:cNvSpPr txBox="1">
            <a:spLocks noGrp="1"/>
          </p:cNvSpPr>
          <p:nvPr>
            <p:ph type="title"/>
          </p:nvPr>
        </p:nvSpPr>
        <p:spPr>
          <a:xfrm>
            <a:off x="469838" y="1661489"/>
            <a:ext cx="3004599" cy="811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71616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body" idx="1"/>
          </p:nvPr>
        </p:nvSpPr>
        <p:spPr>
          <a:xfrm>
            <a:off x="4991582" y="1661489"/>
            <a:ext cx="6649556" cy="444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1pPr>
            <a:lvl2pPr marL="914400" lvl="1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2pPr>
            <a:lvl3pPr marL="1371600" lvl="2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3pPr>
            <a:lvl4pPr marL="1828800" lvl="3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4pPr>
            <a:lvl5pPr marL="2286000" lvl="4" indent="-330200" algn="l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rgbClr val="171616"/>
              </a:buClr>
              <a:buSzPts val="1600"/>
              <a:buChar char="•"/>
              <a:defRPr sz="1600" b="0">
                <a:solidFill>
                  <a:srgbClr val="171616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D2CA4751-B1D3-6C52-458C-3874A5CCDA66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</p:spTree>
    <p:extLst>
      <p:ext uri="{BB962C8B-B14F-4D97-AF65-F5344CB8AC3E}">
        <p14:creationId xmlns:p14="http://schemas.microsoft.com/office/powerpoint/2010/main" val="37473916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Blank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6982A9EE-ED1D-4D7E-84CA-3C36D0891D68}"/>
              </a:ext>
            </a:extLst>
          </p:cNvPr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5. Source" hidden="1">
            <a:extLst>
              <a:ext uri="{FF2B5EF4-FFF2-40B4-BE49-F238E27FC236}">
                <a16:creationId xmlns:a16="http://schemas.microsoft.com/office/drawing/2014/main" id="{09F9A864-CDB7-4063-BBF8-591908AA18D0}"/>
              </a:ext>
            </a:extLst>
          </p:cNvPr>
          <p:cNvSpPr txBox="1"/>
          <p:nvPr userDrawn="1">
            <p:custDataLst>
              <p:tags r:id="rId2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  <p:sp>
        <p:nvSpPr>
          <p:cNvPr id="2" name="1. On-page tracker">
            <a:extLst>
              <a:ext uri="{FF2B5EF4-FFF2-40B4-BE49-F238E27FC236}">
                <a16:creationId xmlns:a16="http://schemas.microsoft.com/office/drawing/2014/main" id="{104C73C4-D8CF-6058-FD7C-69740923447C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3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3" name="SlideLogoText">
            <a:extLst>
              <a:ext uri="{FF2B5EF4-FFF2-40B4-BE49-F238E27FC236}">
                <a16:creationId xmlns:a16="http://schemas.microsoft.com/office/drawing/2014/main" id="{B3C58A6B-C0A0-E888-2E66-01D17D0E383B}"/>
              </a:ext>
            </a:extLst>
          </p:cNvPr>
          <p:cNvSpPr txBox="1"/>
          <p:nvPr userDrawn="1">
            <p:custDataLst>
              <p:tags r:id="rId4"/>
            </p:custDataLst>
          </p:nvPr>
        </p:nvSpPr>
        <p:spPr bwMode="black"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</p:spTree>
    <p:extLst>
      <p:ext uri="{BB962C8B-B14F-4D97-AF65-F5344CB8AC3E}">
        <p14:creationId xmlns:p14="http://schemas.microsoft.com/office/powerpoint/2010/main" val="6130195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1/4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Light">
            <a:extLst>
              <a:ext uri="{FF2B5EF4-FFF2-40B4-BE49-F238E27FC236}">
                <a16:creationId xmlns:a16="http://schemas.microsoft.com/office/drawing/2014/main" id="{CCF04B58-9A1C-ACB8-F18C-5893C2FA8425}"/>
              </a:ext>
            </a:extLst>
          </p:cNvPr>
          <p:cNvSpPr/>
          <p:nvPr userDrawn="1">
            <p:custDataLst>
              <p:tags r:id="rId1"/>
            </p:custDataLst>
          </p:nvPr>
        </p:nvSpPr>
        <p:spPr bwMode="ltGray">
          <a:xfrm>
            <a:off x="3413760" y="0"/>
            <a:ext cx="877824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6" name="SlideLogoText">
            <a:extLst>
              <a:ext uri="{FF2B5EF4-FFF2-40B4-BE49-F238E27FC236}">
                <a16:creationId xmlns:a16="http://schemas.microsoft.com/office/drawing/2014/main" id="{7D03BAA3-96F1-4B7C-895E-B9B8CFDDA50B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sp>
        <p:nvSpPr>
          <p:cNvPr id="17" name="Slide Number">
            <a:extLst>
              <a:ext uri="{FF2B5EF4-FFF2-40B4-BE49-F238E27FC236}">
                <a16:creationId xmlns:a16="http://schemas.microsoft.com/office/drawing/2014/main" id="{ACF9526A-1F1C-4E57-8A8D-21EDBC12066F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cxnSp>
        <p:nvCxnSpPr>
          <p:cNvPr id="14" name="BottomLineRight">
            <a:extLst>
              <a:ext uri="{FF2B5EF4-FFF2-40B4-BE49-F238E27FC236}">
                <a16:creationId xmlns:a16="http://schemas.microsoft.com/office/drawing/2014/main" id="{C2A81BD2-BB6D-46F4-A26E-5D243E24DDD3}"/>
              </a:ext>
            </a:extLst>
          </p:cNvPr>
          <p:cNvCxnSpPr/>
          <p:nvPr>
            <p:custDataLst>
              <p:tags r:id="rId4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BottomLineLeft">
            <a:extLst>
              <a:ext uri="{FF2B5EF4-FFF2-40B4-BE49-F238E27FC236}">
                <a16:creationId xmlns:a16="http://schemas.microsoft.com/office/drawing/2014/main" id="{860F551B-05D0-4883-89B6-6CE418F81F78}"/>
              </a:ext>
            </a:extLst>
          </p:cNvPr>
          <p:cNvCxnSpPr/>
          <p:nvPr>
            <p:custDataLst>
              <p:tags r:id="rId5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Right">
            <a:extLst>
              <a:ext uri="{FF2B5EF4-FFF2-40B4-BE49-F238E27FC236}">
                <a16:creationId xmlns:a16="http://schemas.microsoft.com/office/drawing/2014/main" id="{AD6B0CAC-AB2A-44BD-A5F1-181F096A1CA7}"/>
              </a:ext>
            </a:extLst>
          </p:cNvPr>
          <p:cNvCxnSpPr/>
          <p:nvPr>
            <p:custDataLst>
              <p:tags r:id="rId6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bg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TopLineLeft">
            <a:extLst>
              <a:ext uri="{FF2B5EF4-FFF2-40B4-BE49-F238E27FC236}">
                <a16:creationId xmlns:a16="http://schemas.microsoft.com/office/drawing/2014/main" id="{B80458B7-DA1A-4215-B701-10FAC61D0E28}"/>
              </a:ext>
            </a:extLst>
          </p:cNvPr>
          <p:cNvCxnSpPr/>
          <p:nvPr>
            <p:custDataLst>
              <p:tags r:id="rId7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2. Slide Title">
            <a:extLst>
              <a:ext uri="{FF2B5EF4-FFF2-40B4-BE49-F238E27FC236}">
                <a16:creationId xmlns:a16="http://schemas.microsoft.com/office/drawing/2014/main" id="{6647A441-8DE4-4236-BCC7-B694B2C59E00}"/>
              </a:ext>
            </a:extLst>
          </p:cNvPr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54736" y="2133601"/>
            <a:ext cx="2514600" cy="1380210"/>
          </a:xfrm>
        </p:spPr>
        <p:txBody>
          <a:bodyPr vert="horz" anchor="b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3. Subtitle">
            <a:extLst>
              <a:ext uri="{FF2B5EF4-FFF2-40B4-BE49-F238E27FC236}">
                <a16:creationId xmlns:a16="http://schemas.microsoft.com/office/drawing/2014/main" id="{A4DBA574-6D59-4DFD-82A7-9B1E9AEB906E}"/>
              </a:ext>
            </a:extLst>
          </p:cNvPr>
          <p:cNvSpPr>
            <a:spLocks noGrp="1"/>
          </p:cNvSpPr>
          <p:nvPr>
            <p:ph type="subTitle" idx="1"/>
            <p:custDataLst>
              <p:tags r:id="rId9"/>
            </p:custDataLst>
          </p:nvPr>
        </p:nvSpPr>
        <p:spPr>
          <a:xfrm>
            <a:off x="554736" y="3659644"/>
            <a:ext cx="2514600" cy="553998"/>
          </a:xfrm>
        </p:spPr>
        <p:txBody>
          <a:bodyPr wrap="square">
            <a:sp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1" name="5. Source" hidden="1">
            <a:extLst>
              <a:ext uri="{FF2B5EF4-FFF2-40B4-BE49-F238E27FC236}">
                <a16:creationId xmlns:a16="http://schemas.microsoft.com/office/drawing/2014/main" id="{25B2DE14-9B3F-4199-B082-9FEB12CE57EA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 dirty="0"/>
              <a:t>Source: …</a:t>
            </a:r>
          </a:p>
        </p:txBody>
      </p:sp>
      <p:sp>
        <p:nvSpPr>
          <p:cNvPr id="4" name="1. On-page tracker">
            <a:extLst>
              <a:ext uri="{FF2B5EF4-FFF2-40B4-BE49-F238E27FC236}">
                <a16:creationId xmlns:a16="http://schemas.microsoft.com/office/drawing/2014/main" id="{C3405AEA-74D5-910E-C204-B62E695DB02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7630160" y="100540"/>
            <a:ext cx="4007104" cy="123111"/>
          </a:xfrm>
        </p:spPr>
        <p:txBody>
          <a:bodyPr wrap="square" anchor="ctr" anchorCtr="0">
            <a:spAutoFit/>
          </a:bodyPr>
          <a:lstStyle>
            <a:lvl1pPr algn="r">
              <a:defRPr sz="8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Section marker</a:t>
            </a:r>
          </a:p>
        </p:txBody>
      </p:sp>
      <p:sp>
        <p:nvSpPr>
          <p:cNvPr id="9" name="SlideLogoText">
            <a:extLst>
              <a:ext uri="{FF2B5EF4-FFF2-40B4-BE49-F238E27FC236}">
                <a16:creationId xmlns:a16="http://schemas.microsoft.com/office/drawing/2014/main" id="{9B9BD69A-7879-1B18-7D16-3D88FBC0D967}"/>
              </a:ext>
            </a:extLst>
          </p:cNvPr>
          <p:cNvSpPr txBox="1"/>
          <p:nvPr userDrawn="1">
            <p:custDataLst>
              <p:tags r:id="rId1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5" name="BottomLineRight">
            <a:extLst>
              <a:ext uri="{FF2B5EF4-FFF2-40B4-BE49-F238E27FC236}">
                <a16:creationId xmlns:a16="http://schemas.microsoft.com/office/drawing/2014/main" id="{921C823D-8901-9BC8-CB00-221D7149EE3E}"/>
              </a:ext>
            </a:extLst>
          </p:cNvPr>
          <p:cNvCxnSpPr/>
          <p:nvPr userDrawn="1">
            <p:custDataLst>
              <p:tags r:id="rId13"/>
            </p:custDataLst>
          </p:nvPr>
        </p:nvCxnSpPr>
        <p:spPr>
          <a:xfrm>
            <a:off x="3715757" y="6453769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BottomLineLeft">
            <a:extLst>
              <a:ext uri="{FF2B5EF4-FFF2-40B4-BE49-F238E27FC236}">
                <a16:creationId xmlns:a16="http://schemas.microsoft.com/office/drawing/2014/main" id="{565F6412-49AF-A57E-EE41-DAEE15AF65CA}"/>
              </a:ext>
            </a:extLst>
          </p:cNvPr>
          <p:cNvCxnSpPr/>
          <p:nvPr userDrawn="1">
            <p:custDataLst>
              <p:tags r:id="rId14"/>
            </p:custDataLst>
          </p:nvPr>
        </p:nvCxnSpPr>
        <p:spPr>
          <a:xfrm>
            <a:off x="554736" y="6453769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TopLineRight">
            <a:extLst>
              <a:ext uri="{FF2B5EF4-FFF2-40B4-BE49-F238E27FC236}">
                <a16:creationId xmlns:a16="http://schemas.microsoft.com/office/drawing/2014/main" id="{6A14EB3F-F2D2-1337-488A-B96888C329C2}"/>
              </a:ext>
            </a:extLst>
          </p:cNvPr>
          <p:cNvCxnSpPr/>
          <p:nvPr userDrawn="1">
            <p:custDataLst>
              <p:tags r:id="rId15"/>
            </p:custDataLst>
          </p:nvPr>
        </p:nvCxnSpPr>
        <p:spPr>
          <a:xfrm>
            <a:off x="3715757" y="1181906"/>
            <a:ext cx="7918704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TopLineLeft">
            <a:extLst>
              <a:ext uri="{FF2B5EF4-FFF2-40B4-BE49-F238E27FC236}">
                <a16:creationId xmlns:a16="http://schemas.microsoft.com/office/drawing/2014/main" id="{00242F97-D84F-17F5-4DDD-341CFFDF423E}"/>
              </a:ext>
            </a:extLst>
          </p:cNvPr>
          <p:cNvCxnSpPr/>
          <p:nvPr userDrawn="1">
            <p:custDataLst>
              <p:tags r:id="rId16"/>
            </p:custDataLst>
          </p:nvPr>
        </p:nvCxnSpPr>
        <p:spPr>
          <a:xfrm>
            <a:off x="554736" y="1181906"/>
            <a:ext cx="2514600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5. Source" hidden="1">
            <a:extLst>
              <a:ext uri="{FF2B5EF4-FFF2-40B4-BE49-F238E27FC236}">
                <a16:creationId xmlns:a16="http://schemas.microsoft.com/office/drawing/2014/main" id="{5D3D76B7-4944-FAB1-6AEB-8A0702A25BFC}"/>
              </a:ext>
            </a:extLst>
          </p:cNvPr>
          <p:cNvSpPr txBox="1"/>
          <p:nvPr userDrawn="1">
            <p:custDataLst>
              <p:tags r:id="rId17"/>
            </p:custDataLst>
          </p:nvPr>
        </p:nvSpPr>
        <p:spPr>
          <a:xfrm>
            <a:off x="554735" y="6501669"/>
            <a:ext cx="7277861" cy="123111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800"/>
              <a:t>Source: …</a:t>
            </a:r>
          </a:p>
        </p:txBody>
      </p:sp>
    </p:spTree>
    <p:extLst>
      <p:ext uri="{BB962C8B-B14F-4D97-AF65-F5344CB8AC3E}">
        <p14:creationId xmlns:p14="http://schemas.microsoft.com/office/powerpoint/2010/main" val="321995521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theme" Target="../theme/theme1.xml"/><Relationship Id="rId32" Type="http://schemas.openxmlformats.org/officeDocument/2006/relationships/tags" Target="../tags/tag2.xml"/><Relationship Id="rId33" Type="http://schemas.openxmlformats.org/officeDocument/2006/relationships/tags" Target="../tags/tag3.xml"/><Relationship Id="rId34" Type="http://schemas.openxmlformats.org/officeDocument/2006/relationships/tags" Target="../tags/tag4.xml"/><Relationship Id="rId35" Type="http://schemas.openxmlformats.org/officeDocument/2006/relationships/tags" Target="../tags/tag5.xml"/><Relationship Id="rId36" Type="http://schemas.openxmlformats.org/officeDocument/2006/relationships/tags" Target="../tags/tag6.xml"/><Relationship Id="rId37" Type="http://schemas.openxmlformats.org/officeDocument/2006/relationships/tags" Target="../tags/tag7.xml"/><Relationship Id="rId38" Type="http://schemas.openxmlformats.org/officeDocument/2006/relationships/tags" Target="../tags/tag8.xml"/><Relationship Id="rId39" Type="http://schemas.openxmlformats.org/officeDocument/2006/relationships/tags" Target="../tags/tag9.xml"/><Relationship Id="rId40" Type="http://schemas.openxmlformats.org/officeDocument/2006/relationships/tags" Target="../tags/tag10.xml"/><Relationship Id="rId41" Type="http://schemas.openxmlformats.org/officeDocument/2006/relationships/tags" Target="../tags/tag11.xml"/><Relationship Id="rId42" Type="http://schemas.openxmlformats.org/officeDocument/2006/relationships/tags" Target="../tags/tag12.xml"/><Relationship Id="rId43" Type="http://schemas.openxmlformats.org/officeDocument/2006/relationships/tags" Target="../tags/tag13.xml"/><Relationship Id="rId44" Type="http://schemas.openxmlformats.org/officeDocument/2006/relationships/tags" Target="../tags/tag14.xml"/><Relationship Id="rId45" Type="http://schemas.openxmlformats.org/officeDocument/2006/relationships/tags" Target="../tags/tag15.xml"/><Relationship Id="rId46" Type="http://schemas.openxmlformats.org/officeDocument/2006/relationships/tags" Target="../tags/tag16.xml"/><Relationship Id="rId47" Type="http://schemas.openxmlformats.org/officeDocument/2006/relationships/tags" Target="../tags/tag17.xml"/><Relationship Id="rId48" Type="http://schemas.openxmlformats.org/officeDocument/2006/relationships/tags" Target="../tags/tag18.xml"/><Relationship Id="rId49" Type="http://schemas.openxmlformats.org/officeDocument/2006/relationships/tags" Target="../tags/tag19.xml"/><Relationship Id="rId50" Type="http://schemas.openxmlformats.org/officeDocument/2006/relationships/tags" Target="../tags/tag20.xml"/><Relationship Id="rId51" Type="http://schemas.openxmlformats.org/officeDocument/2006/relationships/tags" Target="../tags/tag21.xml"/><Relationship Id="rId52" Type="http://schemas.openxmlformats.org/officeDocument/2006/relationships/tags" Target="../tags/tag22.xml"/><Relationship Id="rId53" Type="http://schemas.openxmlformats.org/officeDocument/2006/relationships/tags" Target="../tags/tag23.xml"/><Relationship Id="rId54" Type="http://schemas.openxmlformats.org/officeDocument/2006/relationships/tags" Target="../tags/tag24.xml"/><Relationship Id="rId55" Type="http://schemas.openxmlformats.org/officeDocument/2006/relationships/tags" Target="../tags/tag25.xml"/><Relationship Id="rId56" Type="http://schemas.openxmlformats.org/officeDocument/2006/relationships/tags" Target="../tags/tag26.xml"/><Relationship Id="rId57" Type="http://schemas.openxmlformats.org/officeDocument/2006/relationships/tags" Target="../tags/tag27.xml"/><Relationship Id="rId58" Type="http://schemas.openxmlformats.org/officeDocument/2006/relationships/tags" Target="../tags/tag28.xml"/><Relationship Id="rId59" Type="http://schemas.openxmlformats.org/officeDocument/2006/relationships/tags" Target="../tags/tag29.xml"/><Relationship Id="rId60" Type="http://schemas.openxmlformats.org/officeDocument/2006/relationships/tags" Target="../tags/tag30.xml"/><Relationship Id="rId61" Type="http://schemas.openxmlformats.org/officeDocument/2006/relationships/tags" Target="../tags/tag31.xml"/><Relationship Id="rId62" Type="http://schemas.openxmlformats.org/officeDocument/2006/relationships/tags" Target="../tags/tag32.xml"/><Relationship Id="rId63" Type="http://schemas.openxmlformats.org/officeDocument/2006/relationships/tags" Target="../tags/tag33.xml"/><Relationship Id="rId64" Type="http://schemas.openxmlformats.org/officeDocument/2006/relationships/tags" Target="../tags/tag34.xml"/><Relationship Id="rId65" Type="http://schemas.openxmlformats.org/officeDocument/2006/relationships/tags" Target="../tags/tag35.xml"/><Relationship Id="rId66" Type="http://schemas.openxmlformats.org/officeDocument/2006/relationships/tags" Target="../tags/tag36.xml"/><Relationship Id="rId67" Type="http://schemas.openxmlformats.org/officeDocument/2006/relationships/tags" Target="../tags/tag37.xml"/><Relationship Id="rId68" Type="http://schemas.openxmlformats.org/officeDocument/2006/relationships/tags" Target="../tags/tag38.xml"/><Relationship Id="rId69" Type="http://schemas.openxmlformats.org/officeDocument/2006/relationships/tags" Target="../tags/tag39.xml"/><Relationship Id="rId70" Type="http://schemas.openxmlformats.org/officeDocument/2006/relationships/tags" Target="../tags/tag40.xml"/><Relationship Id="rId71" Type="http://schemas.openxmlformats.org/officeDocument/2006/relationships/tags" Target="../tags/tag41.xml"/><Relationship Id="rId72" Type="http://schemas.openxmlformats.org/officeDocument/2006/relationships/tags" Target="../tags/tag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43870" y="6499381"/>
            <a:ext cx="833562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Company Name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>
            <p:custDataLst>
              <p:tags r:id="rId33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>
            <p:custDataLst>
              <p:tags r:id="rId34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bg2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36"/>
            </p:custDataLst>
          </p:nvPr>
        </p:nvSpPr>
        <p:spPr>
          <a:xfrm>
            <a:off x="554736" y="355092"/>
            <a:ext cx="11082528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4736" y="2171700"/>
            <a:ext cx="11082528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>
            <p:custDataLst>
              <p:tags r:id="rId37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58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7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7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59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6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7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60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6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6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61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6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6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62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6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6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 dirty="0">
                <a:latin typeface="+mn-lt"/>
                <a:ea typeface="+mn-ea"/>
              </a:endParaRPr>
            </a:p>
          </p:txBody>
        </p:sp>
      </p:grpSp>
      <p:cxnSp>
        <p:nvCxnSpPr>
          <p:cNvPr id="7" name="BottomLine">
            <a:extLst>
              <a:ext uri="{FF2B5EF4-FFF2-40B4-BE49-F238E27FC236}">
                <a16:creationId xmlns:a16="http://schemas.microsoft.com/office/drawing/2014/main" id="{0E9A39F2-9F39-B63D-6667-292776313624}"/>
              </a:ext>
            </a:extLst>
          </p:cNvPr>
          <p:cNvCxnSpPr/>
          <p:nvPr userDrawn="1">
            <p:custDataLst>
              <p:tags r:id="rId38"/>
            </p:custDataLst>
          </p:nvPr>
        </p:nvCxnSpPr>
        <p:spPr>
          <a:xfrm>
            <a:off x="554736" y="6453769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TopLine">
            <a:extLst>
              <a:ext uri="{FF2B5EF4-FFF2-40B4-BE49-F238E27FC236}">
                <a16:creationId xmlns:a16="http://schemas.microsoft.com/office/drawing/2014/main" id="{53C9F739-9886-1BA9-8A23-1D3A1FD55B6E}"/>
              </a:ext>
            </a:extLst>
          </p:cNvPr>
          <p:cNvCxnSpPr/>
          <p:nvPr userDrawn="1">
            <p:custDataLst>
              <p:tags r:id="rId39"/>
            </p:custDataLst>
          </p:nvPr>
        </p:nvCxnSpPr>
        <p:spPr>
          <a:xfrm>
            <a:off x="554736" y="1181906"/>
            <a:ext cx="11082528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4. Footnote" hidden="1">
            <a:extLst>
              <a:ext uri="{FF2B5EF4-FFF2-40B4-BE49-F238E27FC236}">
                <a16:creationId xmlns:a16="http://schemas.microsoft.com/office/drawing/2014/main" id="{F1897D89-6FB8-62D7-618A-A1F910A4A4E5}"/>
              </a:ext>
            </a:extLst>
          </p:cNvPr>
          <p:cNvSpPr txBox="1"/>
          <p:nvPr userDrawn="1">
            <p:custDataLst>
              <p:tags r:id="rId40"/>
            </p:custDataLst>
          </p:nvPr>
        </p:nvSpPr>
        <p:spPr>
          <a:xfrm>
            <a:off x="553972" y="6279028"/>
            <a:ext cx="7278624" cy="123111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kern="120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grpSp>
        <p:nvGrpSpPr>
          <p:cNvPr id="10" name="Grid" hidden="1">
            <a:extLst>
              <a:ext uri="{FF2B5EF4-FFF2-40B4-BE49-F238E27FC236}">
                <a16:creationId xmlns:a16="http://schemas.microsoft.com/office/drawing/2014/main" id="{51644440-1ADD-8E9D-86D4-FB7BFA9BC0A2}"/>
              </a:ext>
            </a:extLst>
          </p:cNvPr>
          <p:cNvGrpSpPr/>
          <p:nvPr userDrawn="1">
            <p:custDataLst>
              <p:tags r:id="rId41"/>
            </p:custDataLst>
          </p:nvPr>
        </p:nvGrpSpPr>
        <p:grpSpPr>
          <a:xfrm>
            <a:off x="0" y="0"/>
            <a:ext cx="12190476" cy="6858000"/>
            <a:chOff x="0" y="0"/>
            <a:chExt cx="12190476" cy="6858000"/>
          </a:xfrm>
        </p:grpSpPr>
        <p:sp>
          <p:nvSpPr>
            <p:cNvPr id="12" name="slide margin">
              <a:extLst>
                <a:ext uri="{FF2B5EF4-FFF2-40B4-BE49-F238E27FC236}">
                  <a16:creationId xmlns:a16="http://schemas.microsoft.com/office/drawing/2014/main" id="{DFDD99EA-E72A-B0BB-6037-FCD2385E0611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9E5EF601-8444-8F22-A16C-B29B72ECFDE9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85825639-9BC0-04C4-C395-EA0D1CE24354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6265A1D5-1116-62C1-599E-43929F95F622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F08034E-59EE-6FCF-409D-813B8A70351D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64C0E065-4425-104F-EF00-6F666751C801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97E534CC-B1CD-D23B-B940-1E6183D2FF79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6AA036F3-B8C6-F93B-D0A3-B42D63FB5B19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BC8DC308-0506-271A-CB8A-72B4FC39713B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A8452DE4-8C19-96C0-E209-F46BF6DAAFFB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BC5B74EC-5C7B-2AB1-4B8B-36E6FDC507D6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456AB8A6-26CA-7FB1-5B6E-2BDB99B790AE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95748C74-63F9-0D4A-EF34-C4CEBB0754B4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: Shape 72">
              <a:extLst>
                <a:ext uri="{FF2B5EF4-FFF2-40B4-BE49-F238E27FC236}">
                  <a16:creationId xmlns:a16="http://schemas.microsoft.com/office/drawing/2014/main" id="{F206F557-705C-3A42-760E-70DD71AC0633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7" name="Freeform: Shape 73">
              <a:extLst>
                <a:ext uri="{FF2B5EF4-FFF2-40B4-BE49-F238E27FC236}">
                  <a16:creationId xmlns:a16="http://schemas.microsoft.com/office/drawing/2014/main" id="{3A895951-C0B7-EF46-76A8-C7FAF1A3ADA9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8" name="Freeform: Shape 74">
              <a:extLst>
                <a:ext uri="{FF2B5EF4-FFF2-40B4-BE49-F238E27FC236}">
                  <a16:creationId xmlns:a16="http://schemas.microsoft.com/office/drawing/2014/main" id="{62D79D41-FB0F-4EA0-C860-65AFB096E118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29" name="Freeform: Shape 75">
              <a:extLst>
                <a:ext uri="{FF2B5EF4-FFF2-40B4-BE49-F238E27FC236}">
                  <a16:creationId xmlns:a16="http://schemas.microsoft.com/office/drawing/2014/main" id="{8FBC2369-68EF-4544-D73C-4DDAA8277FFD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0" name="Freeform: Shape 76">
              <a:extLst>
                <a:ext uri="{FF2B5EF4-FFF2-40B4-BE49-F238E27FC236}">
                  <a16:creationId xmlns:a16="http://schemas.microsoft.com/office/drawing/2014/main" id="{D1F30BDD-B520-9B5D-B18B-6FAFADC3D964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1" name="Freeform: Shape 77">
              <a:extLst>
                <a:ext uri="{FF2B5EF4-FFF2-40B4-BE49-F238E27FC236}">
                  <a16:creationId xmlns:a16="http://schemas.microsoft.com/office/drawing/2014/main" id="{E997A2FF-CE4B-40BE-9756-9BAE07D84F9B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2" name="Freeform: Shape 78">
              <a:extLst>
                <a:ext uri="{FF2B5EF4-FFF2-40B4-BE49-F238E27FC236}">
                  <a16:creationId xmlns:a16="http://schemas.microsoft.com/office/drawing/2014/main" id="{A2B6E240-3F84-886B-4CDD-AD310BF84EAD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3" name="Freeform: Shape 79">
              <a:extLst>
                <a:ext uri="{FF2B5EF4-FFF2-40B4-BE49-F238E27FC236}">
                  <a16:creationId xmlns:a16="http://schemas.microsoft.com/office/drawing/2014/main" id="{9D00475B-AFA4-C8E7-E054-FFE5DF99DE76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4" name="Freeform: Shape 80">
              <a:extLst>
                <a:ext uri="{FF2B5EF4-FFF2-40B4-BE49-F238E27FC236}">
                  <a16:creationId xmlns:a16="http://schemas.microsoft.com/office/drawing/2014/main" id="{C9784F11-D6C4-7797-4572-31C608389129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5" name="Freeform: Shape 81">
              <a:extLst>
                <a:ext uri="{FF2B5EF4-FFF2-40B4-BE49-F238E27FC236}">
                  <a16:creationId xmlns:a16="http://schemas.microsoft.com/office/drawing/2014/main" id="{7163AEF6-C346-ABBD-E3BE-BA071956B065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6" name="Freeform: Shape 82">
              <a:extLst>
                <a:ext uri="{FF2B5EF4-FFF2-40B4-BE49-F238E27FC236}">
                  <a16:creationId xmlns:a16="http://schemas.microsoft.com/office/drawing/2014/main" id="{4C1E182C-2571-C0A1-195A-09B6805C639E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7" name="Freeform: Shape 83">
              <a:extLst>
                <a:ext uri="{FF2B5EF4-FFF2-40B4-BE49-F238E27FC236}">
                  <a16:creationId xmlns:a16="http://schemas.microsoft.com/office/drawing/2014/main" id="{A09D0A1E-F3D3-4EDA-A958-66F385C229E5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8" name="Freeform: Shape 84">
              <a:extLst>
                <a:ext uri="{FF2B5EF4-FFF2-40B4-BE49-F238E27FC236}">
                  <a16:creationId xmlns:a16="http://schemas.microsoft.com/office/drawing/2014/main" id="{2EADAFE0-CE70-3272-F177-111E345B1D5F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39" name="Freeform: Shape 85">
              <a:extLst>
                <a:ext uri="{FF2B5EF4-FFF2-40B4-BE49-F238E27FC236}">
                  <a16:creationId xmlns:a16="http://schemas.microsoft.com/office/drawing/2014/main" id="{A38C3561-4BB0-06F1-16C8-116543B8FE2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0" name="Freeform: Shape 86">
              <a:extLst>
                <a:ext uri="{FF2B5EF4-FFF2-40B4-BE49-F238E27FC236}">
                  <a16:creationId xmlns:a16="http://schemas.microsoft.com/office/drawing/2014/main" id="{9402A10F-1610-EA76-AE7A-792DEE0C670B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1" name="Freeform: Shape 87">
              <a:extLst>
                <a:ext uri="{FF2B5EF4-FFF2-40B4-BE49-F238E27FC236}">
                  <a16:creationId xmlns:a16="http://schemas.microsoft.com/office/drawing/2014/main" id="{F05474CD-57B5-7B0B-430C-0B77DA372F45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2" name="Freeform: Shape 88">
              <a:extLst>
                <a:ext uri="{FF2B5EF4-FFF2-40B4-BE49-F238E27FC236}">
                  <a16:creationId xmlns:a16="http://schemas.microsoft.com/office/drawing/2014/main" id="{BDC96CDA-7F07-B2C9-5DA9-1BD49CF4F80E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3" name="Freeform: Shape 89">
              <a:extLst>
                <a:ext uri="{FF2B5EF4-FFF2-40B4-BE49-F238E27FC236}">
                  <a16:creationId xmlns:a16="http://schemas.microsoft.com/office/drawing/2014/main" id="{990BD212-EA36-6D25-30DD-20D38B42C1F3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4" name="Freeform: Shape 90">
              <a:extLst>
                <a:ext uri="{FF2B5EF4-FFF2-40B4-BE49-F238E27FC236}">
                  <a16:creationId xmlns:a16="http://schemas.microsoft.com/office/drawing/2014/main" id="{F395A1C6-3F8A-2A6B-24D8-630016CA41ED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5" name="Freeform: Shape 91">
              <a:extLst>
                <a:ext uri="{FF2B5EF4-FFF2-40B4-BE49-F238E27FC236}">
                  <a16:creationId xmlns:a16="http://schemas.microsoft.com/office/drawing/2014/main" id="{E390241E-8C1E-9EF9-863E-6A42242913E6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6" name="Freeform: Shape 92">
              <a:extLst>
                <a:ext uri="{FF2B5EF4-FFF2-40B4-BE49-F238E27FC236}">
                  <a16:creationId xmlns:a16="http://schemas.microsoft.com/office/drawing/2014/main" id="{F3CC0A30-8351-4C98-5A0A-A87C59D781A4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7" name="Freeform: Shape 93">
              <a:extLst>
                <a:ext uri="{FF2B5EF4-FFF2-40B4-BE49-F238E27FC236}">
                  <a16:creationId xmlns:a16="http://schemas.microsoft.com/office/drawing/2014/main" id="{B1FD3E3A-995B-5335-C94B-5BBD52AAD038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8" name="Freeform: Shape 94">
              <a:extLst>
                <a:ext uri="{FF2B5EF4-FFF2-40B4-BE49-F238E27FC236}">
                  <a16:creationId xmlns:a16="http://schemas.microsoft.com/office/drawing/2014/main" id="{6D884214-CADE-E9E8-7EBB-AD9EA8205ECC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49" name="Freeform: Shape 95">
              <a:extLst>
                <a:ext uri="{FF2B5EF4-FFF2-40B4-BE49-F238E27FC236}">
                  <a16:creationId xmlns:a16="http://schemas.microsoft.com/office/drawing/2014/main" id="{7001AA20-0FB9-3E59-2C13-68CFEB63FF0A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50" name="Freeform: Shape 96">
              <a:extLst>
                <a:ext uri="{FF2B5EF4-FFF2-40B4-BE49-F238E27FC236}">
                  <a16:creationId xmlns:a16="http://schemas.microsoft.com/office/drawing/2014/main" id="{0B055B71-9080-62F8-DDEF-05FC3C3AF535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65E76766-E6F1-9BDC-90D6-5DDA87FAA6B5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9360ED82-73BF-572D-8249-42C7EAB989DE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F4010D7-A4D0-B7B3-A7F0-ADFC601A0DF2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AF3DB34-6F53-DC66-DD38-4FC0CA044549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5AF0A684-C510-1FAC-FBE4-0B96A84AF717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BF92786-635F-3978-073F-F114CF356704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91D4FC4-ABFC-703A-2ED7-4D5C438B5A97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F5C24278-582F-2870-0438-CA3CB0B139A8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0EDFD6CF-9942-06B0-8F59-8E5B3284A6AF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85262545-5B6C-A771-B4DA-ACFBE3236829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7B9B940A-5927-E739-3611-61DA3375811B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BC849113-605B-F3DA-E173-281AC8280A12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3CDFC5C8-F98A-D081-8EF4-955E04E0AF34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B1670F-FC44-661A-1162-E11EB84CD3FB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D98B1418-E134-314C-3F80-57558A108CF2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2E56FE22-E476-387F-51C6-2C3ECFF12B9E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DE3626EA-72F9-D117-FC8E-2C4B290D9903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71F10BE-65F9-FA45-8FED-61F63DCE140D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C103E583-6ADC-FDD2-D7FE-C3D8144340F5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B450D1BB-2FEB-748A-8B85-369DF66F1412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E16037A9-466B-CD2D-007E-BE83B10BD83A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5BA0A609-D369-0EA5-BBF6-9A747BCD68AA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EB4BBC03-D655-703E-11A8-2BCF28AAED8C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F6684BEC-43CE-A48E-AE76-E14D5030960C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24B14B62-0408-790C-7987-A094F71DEBFB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A9E9ED69-034C-427D-CE50-D42D91D81E10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1AD91689-FF82-C974-4DB8-DBD32B49B950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1776815-911C-CEEB-AEFF-99733D3AA8E5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C8A50A73-AE29-C0F3-D459-44636AD26EE4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9F4810E-2F78-D3AB-8712-A71710010F84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763D516C-8A1D-5C0D-0C3B-F8D696ECD154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6AD17F0F-5E2C-EDAB-9E86-8EBB04755668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899FEAE6-2345-2206-E336-675EB4588455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3CF941D-4F37-EBC6-5854-F5B9EF02AB7E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E63E3E3-7041-EBA7-3942-B4FC2DB7450A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68E7D5A-96C2-BD55-8D55-F27CEDADF061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B5DF25BB-38E5-D9E1-5F2A-CDD5B2F6F510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675403A6-13D0-5897-02C5-05A9595BE158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C2984302-BDC4-1FCC-57F9-838A4BE99CF8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56632348-38EB-0F91-820E-D158D42B5B78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E6EE9006-9537-518C-97FF-046FE1238245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4B833350-D606-1EBC-F1FC-3A9BB35FC99F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C2249093-A4A5-F64A-FF99-B3F52AB459F7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AC5D1C4F-FC18-9722-8BF2-3FA8FD57D96A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7" name="main body box">
              <a:extLst>
                <a:ext uri="{FF2B5EF4-FFF2-40B4-BE49-F238E27FC236}">
                  <a16:creationId xmlns:a16="http://schemas.microsoft.com/office/drawing/2014/main" id="{01A00ABC-6BB8-8486-683A-06BD49F14F87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3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20B04C9-EB26-A43C-9EEE-F4E7A573D8CC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C361B652-9F3D-9F6D-0BF0-9649B79F9E5D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230" name="LegendBoxes" hidden="1">
            <a:extLst>
              <a:ext uri="{FF2B5EF4-FFF2-40B4-BE49-F238E27FC236}">
                <a16:creationId xmlns:a16="http://schemas.microsoft.com/office/drawing/2014/main" id="{DA140FE2-CADF-EA30-ED30-29A72CACED0B}"/>
              </a:ext>
            </a:extLst>
          </p:cNvPr>
          <p:cNvGrpSpPr/>
          <p:nvPr userDrawn="1"/>
        </p:nvGrpSpPr>
        <p:grpSpPr>
          <a:xfrm>
            <a:off x="10554770" y="4322824"/>
            <a:ext cx="984864" cy="1717282"/>
            <a:chOff x="9585951" y="2980105"/>
            <a:chExt cx="984864" cy="1717282"/>
          </a:xfrm>
        </p:grpSpPr>
        <p:sp>
          <p:nvSpPr>
            <p:cNvPr id="231" name="RectangleLegend1">
              <a:extLst>
                <a:ext uri="{FF2B5EF4-FFF2-40B4-BE49-F238E27FC236}">
                  <a16:creationId xmlns:a16="http://schemas.microsoft.com/office/drawing/2014/main" id="{3D56CF41-9C15-7367-27AC-93B05F2BE373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2" name="RectangleLegend2">
              <a:extLst>
                <a:ext uri="{FF2B5EF4-FFF2-40B4-BE49-F238E27FC236}">
                  <a16:creationId xmlns:a16="http://schemas.microsoft.com/office/drawing/2014/main" id="{49AD417F-308C-5992-8823-94BFE60BD4A2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3" name="RectangleLegend3">
              <a:extLst>
                <a:ext uri="{FF2B5EF4-FFF2-40B4-BE49-F238E27FC236}">
                  <a16:creationId xmlns:a16="http://schemas.microsoft.com/office/drawing/2014/main" id="{47CF24C4-5720-4353-1F3E-A2C7AFBA3F7B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4" name="RectangleLegend4">
              <a:extLst>
                <a:ext uri="{FF2B5EF4-FFF2-40B4-BE49-F238E27FC236}">
                  <a16:creationId xmlns:a16="http://schemas.microsoft.com/office/drawing/2014/main" id="{31EB11AC-04F8-B178-5C48-858D6D97C307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5" name="RectangleLegend5">
              <a:extLst>
                <a:ext uri="{FF2B5EF4-FFF2-40B4-BE49-F238E27FC236}">
                  <a16:creationId xmlns:a16="http://schemas.microsoft.com/office/drawing/2014/main" id="{31BC1CD9-1007-79AC-39CA-55BA6E254762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0">
                <a:solidFill>
                  <a:schemeClr val="tx1"/>
                </a:solidFill>
              </a:endParaRPr>
            </a:p>
          </p:txBody>
        </p:sp>
        <p:sp>
          <p:nvSpPr>
            <p:cNvPr id="236" name="Legend1">
              <a:extLst>
                <a:ext uri="{FF2B5EF4-FFF2-40B4-BE49-F238E27FC236}">
                  <a16:creationId xmlns:a16="http://schemas.microsoft.com/office/drawing/2014/main" id="{03A389AE-AEFA-0F10-E5F2-2663AE691519}"/>
                </a:ext>
              </a:extLst>
            </p:cNvPr>
            <p:cNvSpPr txBox="1"/>
            <p:nvPr/>
          </p:nvSpPr>
          <p:spPr>
            <a:xfrm>
              <a:off x="9912097" y="2980105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7" name="Legend2">
              <a:extLst>
                <a:ext uri="{FF2B5EF4-FFF2-40B4-BE49-F238E27FC236}">
                  <a16:creationId xmlns:a16="http://schemas.microsoft.com/office/drawing/2014/main" id="{022A8E04-C1CC-07DD-A0A3-53A43BDF8E43}"/>
                </a:ext>
              </a:extLst>
            </p:cNvPr>
            <p:cNvSpPr txBox="1"/>
            <p:nvPr/>
          </p:nvSpPr>
          <p:spPr>
            <a:xfrm>
              <a:off x="9912097" y="3359603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8" name="Legend3">
              <a:extLst>
                <a:ext uri="{FF2B5EF4-FFF2-40B4-BE49-F238E27FC236}">
                  <a16:creationId xmlns:a16="http://schemas.microsoft.com/office/drawing/2014/main" id="{D0FA2EAB-FEBC-9246-113E-F8975043C349}"/>
                </a:ext>
              </a:extLst>
            </p:cNvPr>
            <p:cNvSpPr txBox="1"/>
            <p:nvPr/>
          </p:nvSpPr>
          <p:spPr>
            <a:xfrm>
              <a:off x="9912097" y="3739101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39" name="Legend4">
              <a:extLst>
                <a:ext uri="{FF2B5EF4-FFF2-40B4-BE49-F238E27FC236}">
                  <a16:creationId xmlns:a16="http://schemas.microsoft.com/office/drawing/2014/main" id="{EB06A4EF-5C6A-1BC9-735A-3D9E405C0C48}"/>
                </a:ext>
              </a:extLst>
            </p:cNvPr>
            <p:cNvSpPr txBox="1"/>
            <p:nvPr/>
          </p:nvSpPr>
          <p:spPr>
            <a:xfrm>
              <a:off x="9912097" y="4110522"/>
              <a:ext cx="658718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0" name="Legend5">
              <a:extLst>
                <a:ext uri="{FF2B5EF4-FFF2-40B4-BE49-F238E27FC236}">
                  <a16:creationId xmlns:a16="http://schemas.microsoft.com/office/drawing/2014/main" id="{E1842B41-D7C0-5BF1-4DA4-FD2A3A0AB9D7}"/>
                </a:ext>
              </a:extLst>
            </p:cNvPr>
            <p:cNvSpPr txBox="1"/>
            <p:nvPr/>
          </p:nvSpPr>
          <p:spPr>
            <a:xfrm>
              <a:off x="9912097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</p:grpSp>
      <p:grpSp>
        <p:nvGrpSpPr>
          <p:cNvPr id="241" name="LegendMoons" hidden="1">
            <a:extLst>
              <a:ext uri="{FF2B5EF4-FFF2-40B4-BE49-F238E27FC236}">
                <a16:creationId xmlns:a16="http://schemas.microsoft.com/office/drawing/2014/main" id="{120D6298-48BC-FD1F-2FF4-80415E1C0960}"/>
              </a:ext>
            </a:extLst>
          </p:cNvPr>
          <p:cNvGrpSpPr/>
          <p:nvPr userDrawn="1"/>
        </p:nvGrpSpPr>
        <p:grpSpPr>
          <a:xfrm>
            <a:off x="7723680" y="1702457"/>
            <a:ext cx="1023616" cy="1731859"/>
            <a:chOff x="7723680" y="1702457"/>
            <a:chExt cx="1023616" cy="1731859"/>
          </a:xfrm>
        </p:grpSpPr>
        <p:sp>
          <p:nvSpPr>
            <p:cNvPr id="242" name="Legend1">
              <a:extLst>
                <a:ext uri="{FF2B5EF4-FFF2-40B4-BE49-F238E27FC236}">
                  <a16:creationId xmlns:a16="http://schemas.microsoft.com/office/drawing/2014/main" id="{D4645ED9-4C1A-B150-D4AD-3859909EDF9D}"/>
                </a:ext>
              </a:extLst>
            </p:cNvPr>
            <p:cNvSpPr txBox="1"/>
            <p:nvPr/>
          </p:nvSpPr>
          <p:spPr>
            <a:xfrm>
              <a:off x="8076312" y="1709816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3" name="Legend2">
              <a:extLst>
                <a:ext uri="{FF2B5EF4-FFF2-40B4-BE49-F238E27FC236}">
                  <a16:creationId xmlns:a16="http://schemas.microsoft.com/office/drawing/2014/main" id="{B097AA46-31C7-DF4F-BA04-ECE0B2DA47CE}"/>
                </a:ext>
              </a:extLst>
            </p:cNvPr>
            <p:cNvSpPr txBox="1"/>
            <p:nvPr/>
          </p:nvSpPr>
          <p:spPr>
            <a:xfrm>
              <a:off x="8076312" y="2085275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4" name="Legend3">
              <a:extLst>
                <a:ext uri="{FF2B5EF4-FFF2-40B4-BE49-F238E27FC236}">
                  <a16:creationId xmlns:a16="http://schemas.microsoft.com/office/drawing/2014/main" id="{1B6E5ECB-7D44-C964-9F92-8F17281991DB}"/>
                </a:ext>
              </a:extLst>
            </p:cNvPr>
            <p:cNvSpPr txBox="1"/>
            <p:nvPr/>
          </p:nvSpPr>
          <p:spPr>
            <a:xfrm>
              <a:off x="8076312" y="246073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5" name="Legend4">
              <a:extLst>
                <a:ext uri="{FF2B5EF4-FFF2-40B4-BE49-F238E27FC236}">
                  <a16:creationId xmlns:a16="http://schemas.microsoft.com/office/drawing/2014/main" id="{750BF540-29C6-64FF-4671-ACC833E4A778}"/>
                </a:ext>
              </a:extLst>
            </p:cNvPr>
            <p:cNvSpPr txBox="1"/>
            <p:nvPr/>
          </p:nvSpPr>
          <p:spPr>
            <a:xfrm>
              <a:off x="8076312" y="2836193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46" name="Legend5">
              <a:extLst>
                <a:ext uri="{FF2B5EF4-FFF2-40B4-BE49-F238E27FC236}">
                  <a16:creationId xmlns:a16="http://schemas.microsoft.com/office/drawing/2014/main" id="{4AC683E1-DB66-07EC-9E5B-FE2323B40A20}"/>
                </a:ext>
              </a:extLst>
            </p:cNvPr>
            <p:cNvSpPr txBox="1"/>
            <p:nvPr/>
          </p:nvSpPr>
          <p:spPr>
            <a:xfrm>
              <a:off x="8076312" y="3211654"/>
              <a:ext cx="670984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grpSp>
          <p:nvGrpSpPr>
            <p:cNvPr id="247" name="MoonLegend1">
              <a:extLst>
                <a:ext uri="{FF2B5EF4-FFF2-40B4-BE49-F238E27FC236}">
                  <a16:creationId xmlns:a16="http://schemas.microsoft.com/office/drawing/2014/main" id="{FAA7541F-C866-D60B-770F-A59B3332E829}"/>
                </a:ext>
              </a:extLst>
            </p:cNvPr>
            <p:cNvGrpSpPr>
              <a:grpSpLocks noChangeAspect="1"/>
            </p:cNvGrpSpPr>
            <p:nvPr>
              <p:custDataLst>
                <p:tags r:id="rId43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260" name="Oval 259">
                <a:extLst>
                  <a:ext uri="{FF2B5EF4-FFF2-40B4-BE49-F238E27FC236}">
                    <a16:creationId xmlns:a16="http://schemas.microsoft.com/office/drawing/2014/main" id="{F9765154-4172-6B57-824F-E3282EB25545}"/>
                  </a:ext>
                </a:extLst>
              </p:cNvPr>
              <p:cNvSpPr/>
              <p:nvPr>
                <p:custDataLst>
                  <p:tags r:id="rId5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61" name="Arc 260" hidden="1">
                <a:extLst>
                  <a:ext uri="{FF2B5EF4-FFF2-40B4-BE49-F238E27FC236}">
                    <a16:creationId xmlns:a16="http://schemas.microsoft.com/office/drawing/2014/main" id="{3080280D-10CE-12FB-C043-DAF18B92224E}"/>
                  </a:ext>
                </a:extLst>
              </p:cNvPr>
              <p:cNvSpPr/>
              <p:nvPr>
                <p:custDataLst>
                  <p:tags r:id="rId5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8" name="MoonLegend2">
              <a:extLst>
                <a:ext uri="{FF2B5EF4-FFF2-40B4-BE49-F238E27FC236}">
                  <a16:creationId xmlns:a16="http://schemas.microsoft.com/office/drawing/2014/main" id="{35BFD9DA-1144-8DA1-53C3-E01D5FCE9607}"/>
                </a:ext>
              </a:extLst>
            </p:cNvPr>
            <p:cNvGrpSpPr>
              <a:grpSpLocks noChangeAspect="1"/>
            </p:cNvGrpSpPr>
            <p:nvPr>
              <p:custDataLst>
                <p:tags r:id="rId44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258" name="Oval 257">
                <a:extLst>
                  <a:ext uri="{FF2B5EF4-FFF2-40B4-BE49-F238E27FC236}">
                    <a16:creationId xmlns:a16="http://schemas.microsoft.com/office/drawing/2014/main" id="{7F3A3989-BFC1-FB0C-B737-5372F8E5251A}"/>
                  </a:ext>
                </a:extLst>
              </p:cNvPr>
              <p:cNvSpPr/>
              <p:nvPr>
                <p:custDataLst>
                  <p:tags r:id="rId5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9" name="Arc 258">
                <a:extLst>
                  <a:ext uri="{FF2B5EF4-FFF2-40B4-BE49-F238E27FC236}">
                    <a16:creationId xmlns:a16="http://schemas.microsoft.com/office/drawing/2014/main" id="{89CD9953-848A-D82D-7E93-D7FB686C0FE9}"/>
                  </a:ext>
                </a:extLst>
              </p:cNvPr>
              <p:cNvSpPr/>
              <p:nvPr>
                <p:custDataLst>
                  <p:tags r:id="rId5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49" name="MoonLegend3">
              <a:extLst>
                <a:ext uri="{FF2B5EF4-FFF2-40B4-BE49-F238E27FC236}">
                  <a16:creationId xmlns:a16="http://schemas.microsoft.com/office/drawing/2014/main" id="{3A6C7557-E615-FD87-E58D-14658FF5B2FF}"/>
                </a:ext>
              </a:extLst>
            </p:cNvPr>
            <p:cNvGrpSpPr>
              <a:grpSpLocks noChangeAspect="1"/>
            </p:cNvGrpSpPr>
            <p:nvPr>
              <p:custDataLst>
                <p:tags r:id="rId45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256" name="Oval 255">
                <a:extLst>
                  <a:ext uri="{FF2B5EF4-FFF2-40B4-BE49-F238E27FC236}">
                    <a16:creationId xmlns:a16="http://schemas.microsoft.com/office/drawing/2014/main" id="{79CC9BBC-BBEE-3499-50C2-103A049A2E39}"/>
                  </a:ext>
                </a:extLst>
              </p:cNvPr>
              <p:cNvSpPr/>
              <p:nvPr>
                <p:custDataLst>
                  <p:tags r:id="rId5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7" name="Arc 256">
                <a:extLst>
                  <a:ext uri="{FF2B5EF4-FFF2-40B4-BE49-F238E27FC236}">
                    <a16:creationId xmlns:a16="http://schemas.microsoft.com/office/drawing/2014/main" id="{CA9D0D66-B926-6711-C9CD-CC26CC428752}"/>
                  </a:ext>
                </a:extLst>
              </p:cNvPr>
              <p:cNvSpPr/>
              <p:nvPr>
                <p:custDataLst>
                  <p:tags r:id="rId5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0" name="MoonLegend4">
              <a:extLst>
                <a:ext uri="{FF2B5EF4-FFF2-40B4-BE49-F238E27FC236}">
                  <a16:creationId xmlns:a16="http://schemas.microsoft.com/office/drawing/2014/main" id="{5145DF82-5284-5B87-E8ED-35DFDE527B9C}"/>
                </a:ext>
              </a:extLst>
            </p:cNvPr>
            <p:cNvGrpSpPr>
              <a:grpSpLocks noChangeAspect="1"/>
            </p:cNvGrpSpPr>
            <p:nvPr>
              <p:custDataLst>
                <p:tags r:id="rId46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90C635A4-3E20-0EB8-7815-407711BC5F28}"/>
                  </a:ext>
                </a:extLst>
              </p:cNvPr>
              <p:cNvSpPr/>
              <p:nvPr>
                <p:custDataLst>
                  <p:tags r:id="rId5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5" name="Arc 254">
                <a:extLst>
                  <a:ext uri="{FF2B5EF4-FFF2-40B4-BE49-F238E27FC236}">
                    <a16:creationId xmlns:a16="http://schemas.microsoft.com/office/drawing/2014/main" id="{C65316C1-EDCB-E2BE-4D89-1E1468DE7420}"/>
                  </a:ext>
                </a:extLst>
              </p:cNvPr>
              <p:cNvSpPr/>
              <p:nvPr>
                <p:custDataLst>
                  <p:tags r:id="rId5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51" name="MoonLegend5">
              <a:extLst>
                <a:ext uri="{FF2B5EF4-FFF2-40B4-BE49-F238E27FC236}">
                  <a16:creationId xmlns:a16="http://schemas.microsoft.com/office/drawing/2014/main" id="{D8358732-CCB1-2629-A827-5C53E0761679}"/>
                </a:ext>
              </a:extLst>
            </p:cNvPr>
            <p:cNvGrpSpPr>
              <a:grpSpLocks noChangeAspect="1"/>
            </p:cNvGrpSpPr>
            <p:nvPr>
              <p:custDataLst>
                <p:tags r:id="rId47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232D143-C395-53AC-A2AC-DABF2AC778C7}"/>
                  </a:ext>
                </a:extLst>
              </p:cNvPr>
              <p:cNvSpPr/>
              <p:nvPr>
                <p:custDataLst>
                  <p:tags r:id="rId4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53" name="Arc 252">
                <a:extLst>
                  <a:ext uri="{FF2B5EF4-FFF2-40B4-BE49-F238E27FC236}">
                    <a16:creationId xmlns:a16="http://schemas.microsoft.com/office/drawing/2014/main" id="{58A1EC73-211C-38DE-8D39-329285214178}"/>
                  </a:ext>
                </a:extLst>
              </p:cNvPr>
              <p:cNvSpPr/>
              <p:nvPr>
                <p:custDataLst>
                  <p:tags r:id="rId4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262" name="Sticker" hidden="1">
            <a:extLst>
              <a:ext uri="{FF2B5EF4-FFF2-40B4-BE49-F238E27FC236}">
                <a16:creationId xmlns:a16="http://schemas.microsoft.com/office/drawing/2014/main" id="{F81F59CB-FAF1-7482-9956-93A229A62604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558192" y="1289273"/>
            <a:ext cx="429605" cy="156997"/>
            <a:chOff x="8456447" y="272180"/>
            <a:chExt cx="322188" cy="156966"/>
          </a:xfrm>
        </p:grpSpPr>
        <p:sp>
          <p:nvSpPr>
            <p:cNvPr id="263" name="StickerRectangle">
              <a:extLst>
                <a:ext uri="{FF2B5EF4-FFF2-40B4-BE49-F238E27FC236}">
                  <a16:creationId xmlns:a16="http://schemas.microsoft.com/office/drawing/2014/main" id="{F6DD3CC4-22D7-BCE3-3B82-D4E3B323D11B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322188" cy="15696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0">
                <a:buClr>
                  <a:schemeClr val="tx2"/>
                </a:buClr>
              </a:pPr>
              <a:r>
                <a:rPr lang="en-US" sz="900" b="1" spc="5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800" baseline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264" name="StickerUnderline">
              <a:extLst>
                <a:ext uri="{FF2B5EF4-FFF2-40B4-BE49-F238E27FC236}">
                  <a16:creationId xmlns:a16="http://schemas.microsoft.com/office/drawing/2014/main" id="{17F0D568-CBF6-38D2-E739-A80F43FC58B7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46"/>
              <a:ext cx="322188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65" name="LegendLines" hidden="1">
            <a:extLst>
              <a:ext uri="{FF2B5EF4-FFF2-40B4-BE49-F238E27FC236}">
                <a16:creationId xmlns:a16="http://schemas.microsoft.com/office/drawing/2014/main" id="{7827F435-FBA6-6CE0-6262-3D474F3659C9}"/>
              </a:ext>
            </a:extLst>
          </p:cNvPr>
          <p:cNvGrpSpPr/>
          <p:nvPr userDrawn="1"/>
        </p:nvGrpSpPr>
        <p:grpSpPr>
          <a:xfrm>
            <a:off x="10367929" y="3301675"/>
            <a:ext cx="1269335" cy="958286"/>
            <a:chOff x="4372690" y="3739101"/>
            <a:chExt cx="1269335" cy="958286"/>
          </a:xfrm>
        </p:grpSpPr>
        <p:sp>
          <p:nvSpPr>
            <p:cNvPr id="266" name="Legend1">
              <a:extLst>
                <a:ext uri="{FF2B5EF4-FFF2-40B4-BE49-F238E27FC236}">
                  <a16:creationId xmlns:a16="http://schemas.microsoft.com/office/drawing/2014/main" id="{413AFE2D-DA8A-BA3D-AA68-53A103C919FE}"/>
                </a:ext>
              </a:extLst>
            </p:cNvPr>
            <p:cNvSpPr txBox="1"/>
            <p:nvPr/>
          </p:nvSpPr>
          <p:spPr>
            <a:xfrm>
              <a:off x="4988914" y="3739101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7" name="Legend2">
              <a:extLst>
                <a:ext uri="{FF2B5EF4-FFF2-40B4-BE49-F238E27FC236}">
                  <a16:creationId xmlns:a16="http://schemas.microsoft.com/office/drawing/2014/main" id="{BFCBBCF3-D27F-22D7-1551-931062077379}"/>
                </a:ext>
              </a:extLst>
            </p:cNvPr>
            <p:cNvSpPr txBox="1"/>
            <p:nvPr/>
          </p:nvSpPr>
          <p:spPr>
            <a:xfrm>
              <a:off x="4988914" y="4110522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8" name="Legend3">
              <a:extLst>
                <a:ext uri="{FF2B5EF4-FFF2-40B4-BE49-F238E27FC236}">
                  <a16:creationId xmlns:a16="http://schemas.microsoft.com/office/drawing/2014/main" id="{06CB055B-730A-79A2-F1CC-3B43FE3D67C4}"/>
                </a:ext>
              </a:extLst>
            </p:cNvPr>
            <p:cNvSpPr txBox="1"/>
            <p:nvPr/>
          </p:nvSpPr>
          <p:spPr>
            <a:xfrm>
              <a:off x="4988914" y="4481943"/>
              <a:ext cx="653111" cy="2154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0"/>
                <a:t>Legend</a:t>
              </a:r>
            </a:p>
          </p:txBody>
        </p:sp>
        <p:sp>
          <p:nvSpPr>
            <p:cNvPr id="269" name="LineLegend3">
              <a:extLst>
                <a:ext uri="{FF2B5EF4-FFF2-40B4-BE49-F238E27FC236}">
                  <a16:creationId xmlns:a16="http://schemas.microsoft.com/office/drawing/2014/main" id="{7D950EF6-0D3F-D6B9-4B9A-9D16BF6AC69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0" name="LineLegend2">
              <a:extLst>
                <a:ext uri="{FF2B5EF4-FFF2-40B4-BE49-F238E27FC236}">
                  <a16:creationId xmlns:a16="http://schemas.microsoft.com/office/drawing/2014/main" id="{0E7CFBF9-5813-EB1F-AFB1-2518F639E543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  <p:sp>
          <p:nvSpPr>
            <p:cNvPr id="271" name="LineLegend1">
              <a:extLst>
                <a:ext uri="{FF2B5EF4-FFF2-40B4-BE49-F238E27FC236}">
                  <a16:creationId xmlns:a16="http://schemas.microsoft.com/office/drawing/2014/main" id="{9A8DE68D-EA14-C456-25AC-B97678DE181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baseline="0">
                <a:latin typeface="+mn-lt"/>
                <a:ea typeface="+mn-ea"/>
              </a:endParaRPr>
            </a:p>
          </p:txBody>
        </p:sp>
      </p:grpSp>
      <p:sp>
        <p:nvSpPr>
          <p:cNvPr id="272" name="Slide Number">
            <a:extLst>
              <a:ext uri="{FF2B5EF4-FFF2-40B4-BE49-F238E27FC236}">
                <a16:creationId xmlns:a16="http://schemas.microsoft.com/office/drawing/2014/main" id="{7A4B5D23-73AB-C752-5924-7011E3EB5A9D}"/>
              </a:ext>
            </a:extLst>
          </p:cNvPr>
          <p:cNvSpPr>
            <a:spLocks noChangeArrowheads="1"/>
          </p:cNvSpPr>
          <p:nvPr userDrawn="1">
            <p:custDataLst>
              <p:tags r:id="rId42"/>
            </p:custDataLst>
          </p:nvPr>
        </p:nvSpPr>
        <p:spPr bwMode="black">
          <a:xfrm>
            <a:off x="11312525" y="6498754"/>
            <a:ext cx="325501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4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4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692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86" r:id="rId1"/>
    <p:sldLayoutId id="2147484187" r:id="rId2"/>
    <p:sldLayoutId id="2147484188" r:id="rId3"/>
    <p:sldLayoutId id="2147484189" r:id="rId4"/>
    <p:sldLayoutId id="2147484190" r:id="rId5"/>
    <p:sldLayoutId id="2147484191" r:id="rId6"/>
    <p:sldLayoutId id="2147484192" r:id="rId7"/>
    <p:sldLayoutId id="2147484193" r:id="rId8"/>
    <p:sldLayoutId id="2147484194" r:id="rId9"/>
    <p:sldLayoutId id="2147484195" r:id="rId10"/>
    <p:sldLayoutId id="2147484196" r:id="rId11"/>
    <p:sldLayoutId id="2147484197" r:id="rId12"/>
    <p:sldLayoutId id="2147484224" r:id="rId13"/>
    <p:sldLayoutId id="2147484225" r:id="rId14"/>
    <p:sldLayoutId id="2147484226" r:id="rId15"/>
    <p:sldLayoutId id="2147484227" r:id="rId16"/>
    <p:sldLayoutId id="2147484228" r:id="rId17"/>
    <p:sldLayoutId id="2147484229" r:id="rId18"/>
    <p:sldLayoutId id="2147484230" r:id="rId19"/>
    <p:sldLayoutId id="2147484231" r:id="rId20"/>
    <p:sldLayoutId id="2147484232" r:id="rId21"/>
    <p:sldLayoutId id="2147484233" r:id="rId22"/>
    <p:sldLayoutId id="2147484234" r:id="rId23"/>
    <p:sldLayoutId id="2147484235" r:id="rId24"/>
    <p:sldLayoutId id="2147484237" r:id="rId25"/>
    <p:sldLayoutId id="2147484238" r:id="rId26"/>
    <p:sldLayoutId id="2147484239" r:id="rId27"/>
    <p:sldLayoutId id="2147484240" r:id="rId28"/>
    <p:sldLayoutId id="2147484241" r:id="rId29"/>
    <p:sldLayoutId id="2147484242" r:id="rId3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38" indent="-287338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0" indent="-182563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0" indent="-136525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0" indent="-171450" algn="l" defTabSz="914400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7329">
          <p15:clr>
            <a:srgbClr val="F26B43"/>
          </p15:clr>
        </p15:guide>
        <p15:guide id="6" pos="345">
          <p15:clr>
            <a:srgbClr val="F26B43"/>
          </p15:clr>
        </p15:guide>
        <p15:guide id="8" orient="horz" pos="4063">
          <p15:clr>
            <a:srgbClr val="F26B43"/>
          </p15:clr>
        </p15:guide>
        <p15:guide id="9" orient="horz" pos="1344">
          <p15:clr>
            <a:srgbClr val="5ACBF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$150M Value-Add Investment Strategy | Q1 2025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Sun Belt Light Industrial Fund I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Investment Opportunity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Target: $150M equity fund focused on light industrial assets in high-growth Sun Belt markets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Strategy: Acquire small-bay warehouse and flex industrial properties with value-add potential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 Returns: 15-18% Net IRR with 1.7-2.0x equity multiple over 5-year hold period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Markets: Dallas-Fort Worth, Phoenix, Nashville, Charlotte, Tampa, and Austin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Thesis: Structural undersupply in small-bay segment creates pricing inefficiency vs. institutional big-box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Fund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$150M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Target Fund Size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15-18%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Target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1.7-2.0x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3-5 Years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Hold Period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Light Industrial: Structural Supply-Demand Imbalance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US industrial vacancy at historic low of 4.1% nationally, sub-3% in target markets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Small-bay segment (&lt;100K SF) receives only 8% of new construction despite 35% of tenant demand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Developers favor 500K+ SF big-box for institutional capital; small-bay remains fragmented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E-commerce last-mile requirements favor infill small-bay locations near population centers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Supply chain reshoring adding 350,000+ manufacturing jobs since 2021, many in SMB facilities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Industrial Rent Growth by Segment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Source: CoStar, CBRE Research Q3 2024. Small-bay industrial leads all segments due to supply constraints.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Target Market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Vacancy %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Pop. Growth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Job Growth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New Supply %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Dallas-Fort Worth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Austin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Why We Win Deals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65% of acquisitions sourced off-market through direct broker relationships built over 10+ years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Right-sized for small-bay: Too small for Blackstone/Prologis, too complex for 1031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Speed to close: 45-day average from LOI to close vs. 90+ days for institutional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Reputation for certainty: Zero retrades across 45 transactions since 2015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Local presence: Dedicated acquisition officers in Dallas, Phoenix, and Nashville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Competitive Positioning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Institutional Buyers ($500M+ funds)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Target 250K+ SF assets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90-120 day close timelines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Committee-driven decisions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Often require seller financing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Limited operational 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Sun Belt Industrial (Our Approach)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Target 20-100K SF assets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45-day average close timeline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Principal-led decisions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All-cash or conventional debt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In-house property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Value-Add Approach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Target: Small-bay warehouse (20K-100K SF) and flex industrial properties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Acquisition criteria: 70-85% occupied, below-market rents, deferred maintenance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Value creation: Lease-up to 95%+, mark-to-market rents, light capex improvements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Hold period: 3-5 years with exit to institutional buyers or 1031 exchange buyers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Leverage: 55-60% LTV with fixed-rate debt, 5+ year terms to eliminate refi risk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Investment Criteria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Target Profile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Asset size: 20,000 - 100,000 SF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Multi-tenant small-bay format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1990+ construction or renovated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Clear height: 18-24 feet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Truck court and loading docks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Value-Add Drivers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Below-market in-place rents (15%+ discount)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Lease-up from 70-85% to 95%+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Deferred maintenance cure ($5-15/SF)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LED lighting &amp; HVAC upgrades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Facade and signage improvements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Target Acquisition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6.0-6.5%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Going-In Cap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7.5-8.0%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Stabilized Yield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5.75-6.25%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Exit Cap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$8-15M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Avg Deal Size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Representative Deal: Value Creation Waterfall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Illustrative deal: $10M acquisition, 75% occupied, 20% below-market rents, 3.5-year hold.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Case Study: Southport Business Park, Nashville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Acquisition: December 2019 | 68,000 SF | 6 buildings | $8.2M ($121/SF)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Situation: 72% occupied, rents 22% below market, deferred maintenance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Execution: $680K capex (roof, HVAC, LED, paving), aggressive leasing campaign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Result: Stabilized at 97% in 18 months, rents increased 28% on renewals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Exit: March 2023 to 1031 buyer at $13.8M ($203/SF) | 5.2% cap rate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Southport Business Park: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$3.4M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Invested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$8.2M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Returned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26.8%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Net IRR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2.4x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Equity Multiple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Southport: NOI Bridge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Acquisition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Stabilization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At Exit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97%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 ($/SF)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$6.85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$8.40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$335K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$554K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$579K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($134K)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($155K)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($162K)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Operating Income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$201K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$399K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$417K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Cap Rate Implied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Proven Industrial Investment Experience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Management team has deployed $420M+ across 45 industrial transactions since 2015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Realized Net IRR of 19.1% and 2.0x equity multiple on 28 fully exited investments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17 current holdings performing at or above underwriting (Gross IRR: 14.2% avg)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Zero principal losses across all investments; one partial write-down (2020 COVID impact, recovered)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Track record verified by RSM US LLP; available for LP due diligence upon request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Realized Investments (Selected)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Vintage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Hold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Southport Business Park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2019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3.2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26.8%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2.4x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Mesa Industrial Center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2.0x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 Flex Portfolio (3)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Dallas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2017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145K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17.2%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1.8x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 Commerce Ctr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2020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54K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23.5%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Bay Logistics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2018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4.5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Return Attribution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Sources of Return (Avg)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Rent Growth: 35%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Lease-Up/Occupancy: 25%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Cap Rate Compression: 20% of total return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Leverage Effect: 20% of total return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Key Observations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Operational improvements drive 60% of value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Market tailwinds contribute 40%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Conservative leverage (avg 58% LTV) limits downside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Consistent execution across market cycles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Firm-Wide Performance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57784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$420M+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Total Deployed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74136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19.1%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Realized Net IRR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0488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2.0x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Realized Multiple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40" y="2286000"/>
            <a:ext cx="2633472" cy="164592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3600" b="1">
                <a:solidFill>
                  <a:srgbClr val="FFFFFF"/>
                </a:solidFill>
                <a:latin typeface="Arial"/>
              </a:rPr>
              <a:t>0%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Arial"/>
              </a:rPr>
              <a:t>Loss Ratio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Current Investment Pipeline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0848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3218"/>
                <a:gridCol w="1583218"/>
                <a:gridCol w="1583218"/>
                <a:gridCol w="1583218"/>
                <a:gridCol w="1583218"/>
                <a:gridCol w="1583218"/>
                <a:gridCol w="1583220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Property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Market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SF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Price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Cap Rate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Est. Close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Music City Warehouse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Nashville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$7.2M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Contract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Feb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Camelback Flex Center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Phoenix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$9.4M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6.4%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Due Diligence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Mar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Metroplex Industrial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DFW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$12.8M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Accepted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I-485 Business Center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Charlotte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$10.5M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LOI Submitted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Q2 2025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 Gateway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Tampa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$8.1M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Preliminary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TBD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Pipeline Summary &amp; Deployment 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Actionable pipeline (Under Contract + Due Diligence): $16.6M / 110K SF (11% of fund)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Near-term pipeline (LOI stage): $23.3M / 156K SF (16% of fund)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Expected first close deployment: 25-30% within 6 months of final close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Target full deployment: 24-30 months from first close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Robust deal flow: Reviewing 15-20 opportunities per month in target markets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Pipeline by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57784" y="1508760"/>
          <a:ext cx="11082528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57784" y="5669280"/>
            <a:ext cx="1108252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666666"/>
                </a:solidFill>
                <a:latin typeface="Arial"/>
              </a:rPr>
              <a:t>Geographic diversification aligned with target market allocation. Austin opportunities under review.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Key Risks and Mitigants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Risk Factors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Interest rate volatility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Economic recession / demand decline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New supply in target markets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Tenant credit defaults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Execution risk on renovations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Mitigating Strategies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Fixed-rate debt, 5+ yr terms, 55-60% LTV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Essential-use tenants, diverse base (20+ per asset)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Focus on infill locations with barriers to entry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Credit underwriting, 3-6 month security deposits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Experienced in-house team, GMP contracts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Scenario Analysis: Fund-Level Returns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7088"/>
                <a:gridCol w="1847088"/>
                <a:gridCol w="1847088"/>
                <a:gridCol w="1847088"/>
                <a:gridCol w="1847088"/>
                <a:gridCol w="184708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Scenario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Rent Growth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 Cap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LTV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Net IRR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Multiple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Bull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5.50%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21-23%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2.2-2.4x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Base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6.00%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15-18%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1.7-2.0x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Stress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0%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6.75%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8-11%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1.3-1.5x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Downside Case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-2% / yr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7.25%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3-6%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1.1-1.2x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Downside Protection Mechanisms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Conservative leverage: 55-60% LTV vs. market standard 65-70%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Fixed-rate debt with 5+ year terms eliminates refinancing risk during hold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Multi-tenant format (20+ tenants per property) diversifies income stream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Essential-use tenants: HVAC contractors, electricians, auto services, e-commerce fulfillment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Built-in cushion: Acquire 15%+ below replacement cost in all target markets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Summary of Terms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1264"/>
                <a:gridCol w="5541264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Details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Size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$150M target ($175M hard cap)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Minimum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 million ($500K for existing investors)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1.5% on committed (Yrs 1-3); 1.25% on invested (Yrs 4+)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 over 8% preferred return (European waterfall)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 compounded annually, LP catch-up to 10%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Clawback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100% of excess carry returned if fund underperforms at liquidation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Investment Period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 years (1-year extension with LP consent)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Fund Term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 years (2 one-year extensions with LP consent)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3% of fund size ($4.5M) - principals investing personal capital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Alignment of Interests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GP Economics &amp; Commitment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3% GP co-invest ($4.5M personal capital)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European waterfall: carry only after full return of capital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100% GP clawback provision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No transaction fees retained by GP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Key person: J. Smith and S. Johnson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LP Protections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Annual audited financials (RSM US LLP)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Quarterly NAV and performance reporting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LPAC with approval rights on conflicts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No-fault removal with 75% LP vote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Co-invest rights on deals &gt;$20M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Fee Comparison: Sun Belt vs. 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4176"/>
                <a:gridCol w="3694176"/>
                <a:gridCol w="3694176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Term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Sun Belt Fund I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Peer Average ($100-200M)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(Inv. Period)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1.50-1.75%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Management Fee (Post-Inv.)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1.25% on invested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1.50% on committed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Carried Interest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Preferred Return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7-8%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GP Commitment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3.0%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1-2%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Waterfall Structure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Mixed (50% American)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John Smith, Managing Partner &amp; CEO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25 years of industrial real estate investment experience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Previously: Managing Director, CBRE Investment Management ($3B industrial portfolio)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Before CBRE: VP Acquisitions at Duke Realty (2005-2012), $800M deployed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Led 87 industrial transactions totaling $1.8B across career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Key Fund I deals: Southport Nashville (26.8% IRR), DFW Flex Portfolio (17.2% IRR)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MBA, University of Texas at Austin; BS Real Estate, Arizona State University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Sarah Johnson, Partner &amp; CIO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18 years of commercial real estate acquisitions and asset management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Previously: Director of Acquisitions, Clarion Partners ($500M annual deployment)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Before Clarion: Acquisitions at Hines (2008-2015), industrial and logistics focus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Underwritten $4B+ in transactions; closed $2.1B across 65 deals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Key Fund I deals: Mesa Industrial (18.4% IRR), Charlotte Commerce (23.5% IRR)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MBA, Wharton School; BA Economics, Duke University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Investment &amp; Operations Team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Acquisitions &amp; Underwriting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Michael Chen, VP Acquisitions (10 yrs, ex-JLL)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Amanda Torres, Associate (4 yrs, ex-Eastdil)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Robert Kim, Analyst (2 yrs, ex-PGIM)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600200"/>
            <a:ext cx="56052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800" b="0">
                <a:solidFill>
                  <a:srgbClr val="061F32"/>
                </a:solidFill>
                <a:latin typeface="Arial"/>
              </a:rPr>
              <a:t>Asset Mgmt &amp; Operations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Lisa Rodriguez, VP Asset Mgmt (12 yrs, ex-Prologis)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David Park, CFO (18 yrs, ex-Angelo Gordon)</a:t>
            </a:r>
          </a:p>
          <a:p>
            <a:pPr>
              <a:spcBef>
                <a:spcPts val="800"/>
              </a:spcBef>
              <a:spcAft>
                <a:spcPts val="400"/>
              </a:spcAft>
            </a:pPr>
            <a:r>
              <a:rPr sz="1500" b="0">
                <a:solidFill>
                  <a:srgbClr val="333333"/>
                </a:solidFill>
                <a:latin typeface="Arial"/>
              </a:rPr>
              <a:t>•  Jennifer Walsh, Controller (8 yrs, CPA)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Organization &amp; Governance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Investment Committee: J. Smith, S. Johnson, D. Park (unanimous approval required)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Property Management: In-house team of 8 FTEs across 3 regional offices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Legal Counsel: Kirkland &amp; Ellis LLP (fund formation), local counsel per market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Auditor: RSM US LLP (annual fund audit, quarterly NAV review)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Fund Administrator: Citco Fund Services (investor reporting, capital calls)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A: Complete Track Record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Full track record available upon execution of NDA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Includes: All 45 transactions, vintage years, hold periods, gross and net returns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Third-party verification letter from RSM US LLP available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References available from co-investors in prior funds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Contact: ir@sunbeltindustrial.com for data room access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B: Target Market Deep Dive - Dallas-Fort Worth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0632"/>
                <a:gridCol w="2770632"/>
                <a:gridCol w="2770632"/>
                <a:gridCol w="2770632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DFW Metro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Small-Bay Submarket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National Avg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Industrial Inventory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1.02B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185M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Vacancy Rate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3.8%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2.9%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4.1%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Asking Rent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$8.25/SF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$7.85/SF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YoY Rent Growth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11.5%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6.2%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Under Construction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28M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2.1M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Net Absorption (TTM)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42M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8.2M 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C: Sample Underwriting - Music City Warehouse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57784" y="1600200"/>
          <a:ext cx="11082528" cy="27797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6505"/>
                <a:gridCol w="2216505"/>
                <a:gridCol w="2216505"/>
                <a:gridCol w="2216505"/>
                <a:gridCol w="2216508"/>
              </a:tblGrid>
              <a:tr h="34747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1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2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Year 3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Exit</a:t>
                      </a:r>
                    </a:p>
                  </a:txBody>
                  <a:tcPr marT="45720" marB="45720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Occupancy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78%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92%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96%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Avg Rent/SF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$7.80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$8.35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$8.75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$9.10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Gross Revenue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$368K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$403K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$419K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Operating Expenses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($102K)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($115K)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($121K)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($126K)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NOI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$190K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$253K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$282K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$293K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Debt Service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($142K)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Cash Flow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$48K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$111K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$140K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D: Legal &amp; Tax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Fund Vehicle: Sun Belt Light Industrial Fund I, LP (Delaware limited partnership)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General Partner: Sun Belt Industrial GP I, LLC (Delaware LLC)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REIT Blocker: Available for tax-exempt and non-US investors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ERISA: Fund structured as VCOC to accommodate ERISA capital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K-1 Delivery: Target March 15 annually; extensions available upon request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State Filing: Fund will file in all states where properties are located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Appendix E: ESG &amp; Sustainability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57784" y="1600200"/>
            <a:ext cx="11082528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LED Lighting: All properties upgraded to LED within 12 months of acquisition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Solar Evaluation: Rooftop solar feasibility assessed on all acquisitions &gt;50K SF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HVAC Efficiency: High-efficiency units installed on all new leases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Water Conservation: Low-flow fixtures and drought-tolerant landscaping standard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Tenant Engagement: Green lease provisions for utility data sharing</a:t>
            </a:r>
          </a:p>
          <a:p>
            <a:pPr>
              <a:spcBef>
                <a:spcPts val="1000"/>
              </a:spcBef>
              <a:spcAft>
                <a:spcPts val="600"/>
              </a:spcAft>
            </a:pPr>
            <a:r>
              <a:rPr sz="1600" b="0">
                <a:solidFill>
                  <a:srgbClr val="333333"/>
                </a:solidFill>
                <a:latin typeface="Arial"/>
              </a:rPr>
              <a:t>•  Reporting: Annual ESG report to LPs aligned with GRESB framework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4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 b="0">
                <a:solidFill>
                  <a:srgbClr val="333333"/>
                </a:solidFill>
                <a:latin typeface="Arial"/>
              </a:rPr>
              <a:t>Sun Belt Industrial Partners | Investor Relations: David Park, CFO | dpark@sunbeltindustrial.com | (214) 555-1234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0">
                <a:solidFill>
                  <a:srgbClr val="061F32"/>
                </a:solidFill>
                <a:latin typeface="Arial"/>
              </a:rPr>
              <a:t>Thank You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5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traight Connector 17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RectangleLight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Right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Left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Right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Left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heme/theme1.xml><?xml version="1.0" encoding="utf-8"?>
<a:theme xmlns:a="http://schemas.openxmlformats.org/drawingml/2006/main" name="Slideworks">
  <a:themeElements>
    <a:clrScheme name="Slideworks 2025 (updated)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51C2C"/>
      </a:accent1>
      <a:accent2>
        <a:srgbClr val="22A3DF"/>
      </a:accent2>
      <a:accent3>
        <a:srgbClr val="2222F6"/>
      </a:accent3>
      <a:accent4>
        <a:srgbClr val="1877A2"/>
      </a:accent4>
      <a:accent5>
        <a:srgbClr val="A2D5EC"/>
      </a:accent5>
      <a:accent6>
        <a:srgbClr val="F8BC3B"/>
      </a:accent6>
      <a:hlink>
        <a:srgbClr val="3478AB"/>
      </a:hlink>
      <a:folHlink>
        <a:srgbClr val="8B78AB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Presentation12" id="{1FA589A1-0B2A-4F44-97D9-C242F3010324}" vid="{DFEAFBB2-D4D4-764F-80C1-244A30EA48A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Slideworks</Template>
  <TotalTime>2804</TotalTime>
  <Words>31523</Words>
  <Application>Microsoft Macintosh PowerPoint</Application>
  <PresentationFormat>Widescreen</PresentationFormat>
  <Paragraphs>5828</Paragraphs>
  <Slides>271</Slides>
  <Notes>72</Notes>
  <HiddenSlides>0</HiddenSlides>
  <MMClips>0</MMClips>
  <ScaleCrop>false</ScaleCrop>
  <HeadingPairs>
    <vt:vector size="8" baseType="variant">
      <vt:variant>
        <vt:lpstr>Fonts Used</vt:lpstr>
      </vt:variant>
      <vt:variant>
        <vt:i4>17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271</vt:i4>
      </vt:variant>
    </vt:vector>
  </HeadingPairs>
  <TitlesOfParts>
    <vt:vector size="290" baseType="lpstr">
      <vt:lpstr>ＭＳ Ｐゴシック</vt:lpstr>
      <vt:lpstr>ＭＳ Ｐゴシック</vt:lpstr>
      <vt:lpstr>Arial</vt:lpstr>
      <vt:lpstr>Arial </vt:lpstr>
      <vt:lpstr>Calibri</vt:lpstr>
      <vt:lpstr>Georgia</vt:lpstr>
      <vt:lpstr>Graphik Bold</vt:lpstr>
      <vt:lpstr>Graphik Regular</vt:lpstr>
      <vt:lpstr>Helvetica Neue</vt:lpstr>
      <vt:lpstr>Montserrat</vt:lpstr>
      <vt:lpstr>Poppins</vt:lpstr>
      <vt:lpstr>Segoe UI</vt:lpstr>
      <vt:lpstr>Trebuchet MS</vt:lpstr>
      <vt:lpstr>Verdana</vt:lpstr>
      <vt:lpstr>Wingdings</vt:lpstr>
      <vt:lpstr>Wingdings 2</vt:lpstr>
      <vt:lpstr>Wingdings 3</vt:lpstr>
      <vt:lpstr>Slideworks</vt:lpstr>
      <vt:lpstr>think-cell Slide</vt:lpstr>
      <vt:lpstr>PowerPoint Presentation</vt:lpstr>
      <vt:lpstr>Objectives of this template</vt:lpstr>
      <vt:lpstr>Content of this template</vt:lpstr>
      <vt:lpstr>This business case storyline follows the compelling SCR structure used by McKinsey, BCG, and Bain</vt:lpstr>
      <vt:lpstr>The template includes three full-length sanitized case examples to illustrate how a business case can look like in practice</vt:lpstr>
      <vt:lpstr>The template also includes 1 Word document and 5 Excel files</vt:lpstr>
      <vt:lpstr>In addition, it includes a best-practice guide to writing a compelling business case, along with guides for each section of the business case</vt:lpstr>
      <vt:lpstr>How we recommend using the template (I/III)</vt:lpstr>
      <vt:lpstr>How we recommend using the template (II/III)</vt:lpstr>
      <vt:lpstr>How we recommend using the template (III/III)</vt:lpstr>
      <vt:lpstr>PowerPoint Presentation</vt:lpstr>
      <vt:lpstr>PowerPoint Presentation</vt:lpstr>
      <vt:lpstr>Business case and business plan are not the same thing</vt:lpstr>
      <vt:lpstr>When should you create a business case?</vt:lpstr>
      <vt:lpstr>The structure of a best-practice business case creates a compelling story that effectively guides decision makers towards the solution</vt:lpstr>
      <vt:lpstr>Before starting your business case, make sure you’re clear on who your intended audience is and that you thoroughly understand them</vt:lpstr>
      <vt:lpstr>Business case checklist (I/II)</vt:lpstr>
      <vt:lpstr>Business case checklist (II/II)</vt:lpstr>
      <vt:lpstr>Tips and tricks</vt:lpstr>
      <vt:lpstr>PowerPoint Presentation</vt:lpstr>
      <vt:lpstr>Front pages and content</vt:lpstr>
      <vt:lpstr>[Title of document]</vt:lpstr>
      <vt:lpstr>[Title of document]</vt:lpstr>
      <vt:lpstr>PowerPoint Presentation</vt:lpstr>
      <vt:lpstr>Content</vt:lpstr>
      <vt:lpstr>Content</vt:lpstr>
      <vt:lpstr>Content</vt:lpstr>
      <vt:lpstr>Executive summary</vt:lpstr>
      <vt:lpstr> Executive summary</vt:lpstr>
      <vt:lpstr>Executive summary</vt:lpstr>
      <vt:lpstr>Executive summary</vt:lpstr>
      <vt:lpstr>Executive summary</vt:lpstr>
      <vt:lpstr>Executive summary</vt:lpstr>
      <vt:lpstr>Executive summary</vt:lpstr>
      <vt:lpstr>Executive summary</vt:lpstr>
      <vt:lpstr>We have evaluated three options for [insert problem]</vt:lpstr>
      <vt:lpstr>Based on this, we recommend moving forward with option [insert]</vt:lpstr>
      <vt:lpstr>Background and context</vt:lpstr>
      <vt:lpstr>Background and context</vt:lpstr>
      <vt:lpstr>Background  and context</vt:lpstr>
      <vt:lpstr>[Insert reason e.g., New AI-driven tech landscape] is main reason for this business case</vt:lpstr>
      <vt:lpstr>[Insert reason or driver e.g., New AI-driven tech landscape] is main reason for this business case</vt:lpstr>
      <vt:lpstr>Background and context</vt:lpstr>
      <vt:lpstr>[Insert team/BU/client]’s objectives are [insert e.g., improve profitability] across three dimensions</vt:lpstr>
      <vt:lpstr>[Insert team/BU/client]’s objectives are [insert objectives]</vt:lpstr>
      <vt:lpstr>This business case was done as part of a [xx]-week project aiming to [insert objective of project]</vt:lpstr>
      <vt:lpstr>What is the problem / opportunity?</vt:lpstr>
      <vt:lpstr>Problem / opportunity</vt:lpstr>
      <vt:lpstr>[Insert action title e.g., “Server down time is causing losses of 100-200k/wk” or simply “Business need”]</vt:lpstr>
      <vt:lpstr>Today: Current state of [insert market / situation]</vt:lpstr>
      <vt:lpstr>[Insert problem] is driving by [insert main drivers / issues / root causes you have identified]</vt:lpstr>
      <vt:lpstr>Current setup creates [insert impact/consequence e.g., excess externalized costs]</vt:lpstr>
      <vt:lpstr>[Insert problem e.g., “Server down time”] is causing [insert business issue e.g., “losses of 100-200k/wk]</vt:lpstr>
      <vt:lpstr>In evaluating the likely impact of [insert problem / opportunity] we have examined two distinct time periods</vt:lpstr>
      <vt:lpstr>Three key trends are driving [insert changes that create opportunity for project X]</vt:lpstr>
      <vt:lpstr>[Insert trend x]</vt:lpstr>
      <vt:lpstr>[Insert trend x]</vt:lpstr>
      <vt:lpstr>[Insert trend x]</vt:lpstr>
      <vt:lpstr>[Line graph / Insert action title]</vt:lpstr>
      <vt:lpstr>[Column chart for comparison with takeaways / Insert action title]</vt:lpstr>
      <vt:lpstr>[Column chart with simple growth and takeaways / Insert action title]</vt:lpstr>
      <vt:lpstr>[Column chart with split growth and takeaways / Insert action title]</vt:lpstr>
      <vt:lpstr>[Column chart with historic and forecast figures / Insert action title]</vt:lpstr>
      <vt:lpstr>In past five years, market dominance has shifted from [xx] to [xx]</vt:lpstr>
      <vt:lpstr>[Insert action title]</vt:lpstr>
      <vt:lpstr>[Insert action title]</vt:lpstr>
      <vt:lpstr>[Insert action title]</vt:lpstr>
      <vt:lpstr>Industry is fragmented with many [players 1], [players 2], and [players 3] dominating different parts of the customer landscape</vt:lpstr>
      <vt:lpstr>High-level solution and vision</vt:lpstr>
      <vt:lpstr>High-level solution</vt:lpstr>
      <vt:lpstr>Vision</vt:lpstr>
      <vt:lpstr>Vision</vt:lpstr>
      <vt:lpstr>We suggest [insert solution]</vt:lpstr>
      <vt:lpstr>Our vision and ambition with [project/business x]</vt:lpstr>
      <vt:lpstr>The overall vision and strategy for the project</vt:lpstr>
      <vt:lpstr>PowerPoint Presentation</vt:lpstr>
      <vt:lpstr>Ambition is threefold with an overall goal of [insert]</vt:lpstr>
      <vt:lpstr>There are several potential solutions to [insert problem]</vt:lpstr>
      <vt:lpstr>We see a strong fit to our overall [insert strategy]</vt:lpstr>
      <vt:lpstr>[Project/business x] will allow [insert company] to be [insert how this will give you a competitive advantage]</vt:lpstr>
      <vt:lpstr>This solution fits into our overall strategy</vt:lpstr>
      <vt:lpstr>Options analysis</vt:lpstr>
      <vt:lpstr>Options analysis</vt:lpstr>
      <vt:lpstr>There are three options to [insert objective of business case]</vt:lpstr>
      <vt:lpstr>We have evaluated three options for [insert objective]</vt:lpstr>
      <vt:lpstr>We have evaluated five options for [insert objective]</vt:lpstr>
      <vt:lpstr>Evaluation of options</vt:lpstr>
      <vt:lpstr>There are several options on the build-buy spectrum</vt:lpstr>
      <vt:lpstr>We have evaluated three options for [insert problem]</vt:lpstr>
      <vt:lpstr>We have evaluated three options for [insert problem]</vt:lpstr>
      <vt:lpstr>We considered the benefits and risks for each model in both the near and longer term</vt:lpstr>
      <vt:lpstr>Option [x]: [Insert “name” of option e.g., ”Complete fix”]</vt:lpstr>
      <vt:lpstr>Recommended solution</vt:lpstr>
      <vt:lpstr>Solution details</vt:lpstr>
      <vt:lpstr>We recommend moving forward with option [insert]</vt:lpstr>
      <vt:lpstr>We recommend moving forward with option [insert]</vt:lpstr>
      <vt:lpstr>We recommend moving forward with option [insert]</vt:lpstr>
      <vt:lpstr>Based on this, we recommend moving forward with option [insert]</vt:lpstr>
      <vt:lpstr>This project will primarily focus on [insert in scope areas]</vt:lpstr>
      <vt:lpstr>[Insert name] most affected by suggested solution</vt:lpstr>
      <vt:lpstr>Solution has five main levers</vt:lpstr>
      <vt:lpstr>Solution will focus on [insert description]</vt:lpstr>
      <vt:lpstr>There are several benefits and risks associated with [solution/option]</vt:lpstr>
      <vt:lpstr>Option I: Analytical evaluation shows [insert conclusion]</vt:lpstr>
      <vt:lpstr>Option I: [insert description e.g., optimizes for customer satisfaction]</vt:lpstr>
      <vt:lpstr>Wide range of improvements can lead to [insert] results</vt:lpstr>
      <vt:lpstr>However, Option I also carries some specific risks</vt:lpstr>
      <vt:lpstr>A range of different types of [insert] options were considered</vt:lpstr>
      <vt:lpstr>There are pros and cons associated with every option</vt:lpstr>
      <vt:lpstr>[Insert solution] can have implications for several years</vt:lpstr>
      <vt:lpstr>[Insert] has evolved over time</vt:lpstr>
      <vt:lpstr>Maturity assessment shows [insert]</vt:lpstr>
      <vt:lpstr>Business Model Canvas</vt:lpstr>
      <vt:lpstr>Options analysis</vt:lpstr>
      <vt:lpstr>Implementing [project] will result in significant benefits regardless of chosen option</vt:lpstr>
      <vt:lpstr>There are several tangible and intangible benefits from implementing [insert solution]</vt:lpstr>
      <vt:lpstr>Implementing [solution] will results in significant revenue generation and cost savings</vt:lpstr>
      <vt:lpstr>Benefits primarily around [insert]</vt:lpstr>
      <vt:lpstr>Benefits primarily around [insert]</vt:lpstr>
      <vt:lpstr>Intangible benefits are primarily from [insert areas]</vt:lpstr>
      <vt:lpstr>[Insert initiatives] expected to be main drivers of value</vt:lpstr>
      <vt:lpstr>Revenue generation: Additional revenue expected to be $xx by [insert year], driven by [insert main revenue generators]</vt:lpstr>
      <vt:lpstr>Cost savings: Cost savings estimate at $xx in total, driven primarily by [insert main cost savings buckets]</vt:lpstr>
      <vt:lpstr>Costs and ROI analysis</vt:lpstr>
      <vt:lpstr>Costs differ [insert adjective e.g., significantly] across solution options due to [insert reason]</vt:lpstr>
      <vt:lpstr>Project costs: Costs are mainly tied to [insert category]</vt:lpstr>
      <vt:lpstr>Project costs: Costs are mainly tied to [insert category]</vt:lpstr>
      <vt:lpstr>Project cash flow: Cashflow expected to be [insert description]</vt:lpstr>
      <vt:lpstr>Project cash flow: [Insert description]</vt:lpstr>
      <vt:lpstr>Option [insert] has the highest return on investment</vt:lpstr>
      <vt:lpstr>Option [x] is most attractive overall</vt:lpstr>
      <vt:lpstr>Return on investment estimated to be [insert most relevant metric, depending on your stakeholders]</vt:lpstr>
      <vt:lpstr>NPV: NPV estimated to be [insert]</vt:lpstr>
      <vt:lpstr>Sensitivity analysis: NPV most impacted by changes in [insert assumption/parameter]</vt:lpstr>
      <vt:lpstr>Return on investment estimated to be xx%</vt:lpstr>
      <vt:lpstr>Developing the business case and ROI for [project x] is based on six building blocks</vt:lpstr>
      <vt:lpstr>Implementation plan</vt:lpstr>
      <vt:lpstr>Implementation plan</vt:lpstr>
      <vt:lpstr>Project schedule for each option</vt:lpstr>
      <vt:lpstr>[Project] has five major milestones</vt:lpstr>
      <vt:lpstr>[Project] has five major milestones</vt:lpstr>
      <vt:lpstr>Four-step approach to realize vision and capture value</vt:lpstr>
      <vt:lpstr>Need for immediate actions to secure momentum in [insert timeframe]</vt:lpstr>
      <vt:lpstr>Project expected to start on [insert date]</vt:lpstr>
      <vt:lpstr>[Project] will evolve in three major phases</vt:lpstr>
      <vt:lpstr>[Project] will evolve through four main phases</vt:lpstr>
      <vt:lpstr>[Project title] process expected to run [xx weeks/months]</vt:lpstr>
      <vt:lpstr>High-level timeline for next [insert timeframe]</vt:lpstr>
      <vt:lpstr>[Project plan with status / Insert action title]</vt:lpstr>
      <vt:lpstr>[Project plan with status / Insert action title]</vt:lpstr>
      <vt:lpstr>Main [project/phase x] deliverables</vt:lpstr>
      <vt:lpstr>[Insert area/people] expected to feel highest impact from suggested changes</vt:lpstr>
      <vt:lpstr>Change impact: Highest change impact expected from [insert areas/changes]</vt:lpstr>
      <vt:lpstr>Change impact: Highest change impact expected from [insert areas/changes]</vt:lpstr>
      <vt:lpstr>Risks and mitigations</vt:lpstr>
      <vt:lpstr>Risks and mitigations</vt:lpstr>
      <vt:lpstr>Potential risks and mitigations for each solution option</vt:lpstr>
      <vt:lpstr>We have scored each risk based on impact and likelihood</vt:lpstr>
      <vt:lpstr>We estimate risks mainly tied to [insert]</vt:lpstr>
      <vt:lpstr>We have developed mitigation plans for the most serious risks</vt:lpstr>
      <vt:lpstr>Risk assessment and mitigation plan</vt:lpstr>
      <vt:lpstr>Risks mainly around [insert]</vt:lpstr>
      <vt:lpstr>Risks mainly around [insert]</vt:lpstr>
      <vt:lpstr>We have outlined mitigation strategies for each risk</vt:lpstr>
      <vt:lpstr>Project is dependent on [insert e.g., ”accurate data from department x”]</vt:lpstr>
      <vt:lpstr>There are some constraints around [insert] that must be taken into consideration</vt:lpstr>
      <vt:lpstr>Governance and monitoring</vt:lpstr>
      <vt:lpstr>Governance and monitoring</vt:lpstr>
      <vt:lpstr>Governance and monitoring</vt:lpstr>
      <vt:lpstr>We will go through four high-level steps, with majority of time spent on [insert phase]</vt:lpstr>
      <vt:lpstr>The project is estimated to take [insert] weeks</vt:lpstr>
      <vt:lpstr>We suggest two sounding board meetings, as well as weekly touchpoints with project management team to ensure alignment</vt:lpstr>
      <vt:lpstr>To maintain momentum in the right direction we need an engaged core team and a broad sounding board from [insert company]</vt:lpstr>
      <vt:lpstr>Key success factors and KPIs</vt:lpstr>
      <vt:lpstr>Project will be led by [insert name] and include [x] people in total</vt:lpstr>
      <vt:lpstr>Project is divided into [x] workstreams</vt:lpstr>
      <vt:lpstr>Project governance and team structure</vt:lpstr>
      <vt:lpstr>Project will be run by [insert] with support from [insert]</vt:lpstr>
      <vt:lpstr>Project team resources</vt:lpstr>
      <vt:lpstr>Key stakeholders</vt:lpstr>
      <vt:lpstr>Recommendations and next steps</vt:lpstr>
      <vt:lpstr>Recommenda-tions and next steps</vt:lpstr>
      <vt:lpstr>We recommend [insert recommendation e.g., “proceeding with Option 2”]</vt:lpstr>
      <vt:lpstr>We recommend [insert recommendation e.g., “proceeding with Option B”]</vt:lpstr>
      <vt:lpstr>Immediate next steps</vt:lpstr>
      <vt:lpstr>Focus for next [time period] will be [focus area]</vt:lpstr>
      <vt:lpstr>Appendix</vt:lpstr>
      <vt:lpstr>Assumptions overview</vt:lpstr>
      <vt:lpstr>We have used information from [insert e.g., previous cases, trials, projects]</vt:lpstr>
      <vt:lpstr>Overall assumptions for our model</vt:lpstr>
      <vt:lpstr>We used several different types of sources</vt:lpstr>
      <vt:lpstr>We have used information from [insert e.g., previous cases, trials, projects]</vt:lpstr>
      <vt:lpstr>List of sources</vt:lpstr>
      <vt:lpstr>PowerPoint Presentation</vt:lpstr>
      <vt:lpstr>Disclaimer</vt:lpstr>
      <vt:lpstr>Project Rocketship</vt:lpstr>
      <vt:lpstr>Executive summary</vt:lpstr>
      <vt:lpstr>Background and context</vt:lpstr>
      <vt:lpstr>This business case was created as a response to market opportunities combined with increasing technological changes</vt:lpstr>
      <vt:lpstr>The process included a broad group of stakeholders that provided contextual knowledge, and helped identify and evaluate opportunities</vt:lpstr>
      <vt:lpstr>Several considerations were identified through working sessions, surveys, and discussions with stakeholders</vt:lpstr>
      <vt:lpstr>Objectives and solution</vt:lpstr>
      <vt:lpstr>There are three main objectives for implementing a new software system</vt:lpstr>
      <vt:lpstr>We have evaluated several options for efficiency software</vt:lpstr>
      <vt:lpstr>Based on our analysis, we recommend moving forward with SystemMax</vt:lpstr>
      <vt:lpstr>Several considerations were identified through working sessions, surveys, and discussions with stakeholders</vt:lpstr>
      <vt:lpstr>Impact and financials</vt:lpstr>
      <vt:lpstr>Implementing SoftwareMax will results in several benefits that support the three main objectives</vt:lpstr>
      <vt:lpstr>Example: Implementing SoftwareMax can reduce change request through better communication, resulting in $164000 in annual savings</vt:lpstr>
      <vt:lpstr>Project costs: Costs are mainly tied to software licenses and ongoing training of personnel</vt:lpstr>
      <vt:lpstr>Project cash flow: Project expected to go break-even within first full year of implementation</vt:lpstr>
      <vt:lpstr>Payback: Numbers look positive from all angles, with investment paid back in less than a year</vt:lpstr>
      <vt:lpstr>ROI: Return on investment estimated to be 388.6% by 2028</vt:lpstr>
      <vt:lpstr>Sensitivity analysis: NPV most impacted by assumptions around increased market scope and how much can be captured of that</vt:lpstr>
      <vt:lpstr>Plan</vt:lpstr>
      <vt:lpstr>Plan: Project expected to start on October 1st, pending approval</vt:lpstr>
      <vt:lpstr>Risks: We estimate risks mainly tied to ability to use SystemMax effectively in sales, as well as culture push-back in some teams</vt:lpstr>
      <vt:lpstr>Recommendation  and next steps</vt:lpstr>
      <vt:lpstr>PowerPoint Presentation</vt:lpstr>
      <vt:lpstr>Disclaimer</vt:lpstr>
      <vt:lpstr>Lifting our employees</vt:lpstr>
      <vt:lpstr>Executive summary</vt:lpstr>
      <vt:lpstr>The problem</vt:lpstr>
      <vt:lpstr>Since COVID-19, we have seen an increase in employee absenteeism</vt:lpstr>
      <vt:lpstr>This has resulted in a build up of backloaded tickets and rising costs per customer, risking both customer satisfaction and BigCo’s bottom line</vt:lpstr>
      <vt:lpstr>Our analysis shows absenteeism is driven by five main factors</vt:lpstr>
      <vt:lpstr>The vision</vt:lpstr>
      <vt:lpstr>Vision</vt:lpstr>
      <vt:lpstr>We have three main objectives with this business case</vt:lpstr>
      <vt:lpstr>The solution</vt:lpstr>
      <vt:lpstr>We have looked at over 20 different solution options and narrowed the list to three recommend initiatives</vt:lpstr>
      <vt:lpstr>Our three recommended initiatives collectively address all five factors contributing to employee absenteeism while in line with strategic goals</vt:lpstr>
      <vt:lpstr>Process improvements</vt:lpstr>
      <vt:lpstr>Performance improvement plans</vt:lpstr>
      <vt:lpstr>More recognition</vt:lpstr>
      <vt:lpstr>The financials</vt:lpstr>
      <vt:lpstr>Business case focuses on cost savings only, although there are many intangible benefits connected to the initiatives as well</vt:lpstr>
      <vt:lpstr>High-level business case shows 10.8x return on investment and ~50 mUSD net cash flow from just process improvements</vt:lpstr>
      <vt:lpstr>Backup: Logic for estimated cost for process improvement initiatives</vt:lpstr>
      <vt:lpstr>Backup: Logic for estimated cost for PIP and recognition initiatives</vt:lpstr>
      <vt:lpstr>Proposed investments with &gt;10x payback in cost savings by 2034</vt:lpstr>
      <vt:lpstr>The plan</vt:lpstr>
      <vt:lpstr>Some key milestones will make 10-year plan a reality</vt:lpstr>
      <vt:lpstr>Several actions will secure momentum in next 6-8 months and lay foundation for realizing value</vt:lpstr>
      <vt:lpstr>Project will be led by [Name Namesen] and split into two dedicated streams for process improvement and people topics</vt:lpstr>
      <vt:lpstr>Key stakeholders include all department managers, as well as employee representatives</vt:lpstr>
      <vt:lpstr>Immediate next steps</vt:lpstr>
      <vt:lpstr>Thank you</vt:lpstr>
      <vt:lpstr>PowerPoint Presentation</vt:lpstr>
      <vt:lpstr>Disclaimer</vt:lpstr>
      <vt:lpstr>Business case</vt:lpstr>
      <vt:lpstr>Content</vt:lpstr>
      <vt:lpstr>Executive summary</vt:lpstr>
      <vt:lpstr>Business need</vt:lpstr>
      <vt:lpstr>Power fluctuations are caused by three main things; sensor failures, uneven combustion, and slow relay response time</vt:lpstr>
      <vt:lpstr>We have three options to solve these issue</vt:lpstr>
      <vt:lpstr>Benefits: There are several benefits in both power quality and productivity savings when implementing options 1 and 2</vt:lpstr>
      <vt:lpstr>Risks: Option 1 and 3 carry the highest risks</vt:lpstr>
      <vt:lpstr>Timeline: Both option 1 and 2 expected to take 11 months to complete</vt:lpstr>
      <vt:lpstr>Cost: Option 1 will be most expensive at $11.5M, while option 2 is estimated to cost $7.1M to implement</vt:lpstr>
      <vt:lpstr>ROI: Option 2 has the highest return on investment with a payback period of 5.3 years and an IRR of 21.3%</vt:lpstr>
      <vt:lpstr>Recommendation: Based on our analysis, we recommend moving forward with Option 2</vt:lpstr>
      <vt:lpstr>PowerPoint Presentation</vt:lpstr>
      <vt:lpstr>Presentation checklist</vt:lpstr>
      <vt:lpstr>Presentation checklist</vt:lpstr>
      <vt:lpstr>Best practice tip: Keep it to one message per slide</vt:lpstr>
      <vt:lpstr>Best practice tip: Use action titles</vt:lpstr>
      <vt:lpstr>Best practice tip: Use visuals and color to highlight your message</vt:lpstr>
      <vt:lpstr>Best practice tip: Read only titles and see if overall story is coherent</vt:lpstr>
      <vt:lpstr>Best practice tip: Use the Pyramid Principle</vt:lpstr>
      <vt:lpstr>PowerPoint Presentation</vt:lpstr>
    </vt:vector>
  </TitlesOfParts>
  <Manager>Slideworks</Manager>
  <Company>Slideworks ApS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Slideworks Business Case Template</dc:title>
  <dc:subject>Business case</dc:subject>
  <dc:creator>Slideworks</dc:creator>
  <cp:keywords>project management, business development, consulting</cp:keywords>
  <dc:description>Copyright of Slideworks.io. Any unauthorized distribution prohibited. See our full terms and conditions at https://slideworks.io/terms </dc:description>
  <cp:lastModifiedBy>Alexandra Kampmann</cp:lastModifiedBy>
  <cp:revision>351</cp:revision>
  <dcterms:created xsi:type="dcterms:W3CDTF">2025-08-18T13:32:02Z</dcterms:created>
  <dcterms:modified xsi:type="dcterms:W3CDTF">2025-08-20T12:16:12Z</dcterms:modified>
  <cp:category>Management consulting, presentation design, business</cp:category>
</cp:coreProperties>
</file>