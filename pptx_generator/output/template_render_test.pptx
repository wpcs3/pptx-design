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73"/>
  </p:notesMasterIdLst>
  <p:handoutMasterIdLst>
    <p:handoutMasterId r:id="rId274"/>
  </p:handoutMasterIdLst>
  <p:sldIdLst>
    <p:sldId id="256" r:id="rId9"/>
    <p:sldId id="257" r:id="rId10"/>
    <p:sldId id="258" r:id="rId11"/>
    <p:sldId id="259" r:id="rId12"/>
    <p:sldId id="260" r:id="rId13"/>
  </p:sldIdLst>
  <p:sldSz cx="12192000" cy="6858000"/>
  <p:notesSz cx="6858000" cy="9144000"/>
  <p:custDataLst>
    <p:tags r:id="rId27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overview" id="{8DF8FDAA-4785-474B-B6B6-7610BF09B2EA}">
          <p14:sldIdLst>
            <p14:sldId id="2147470740"/>
            <p14:sldId id="2147472257"/>
            <p14:sldId id="2147470934"/>
            <p14:sldId id="2147471505"/>
            <p14:sldId id="2147472095"/>
            <p14:sldId id="2147472258"/>
            <p14:sldId id="2147472391"/>
            <p14:sldId id="2147471444"/>
            <p14:sldId id="2147471073"/>
            <p14:sldId id="2147471074"/>
          </p14:sldIdLst>
        </p14:section>
        <p14:section name="Guide: How to write a compelling business case" id="{8F3C991B-2AB3-3446-98F0-0FE5D7645F05}">
          <p14:sldIdLst>
            <p14:sldId id="2147471497"/>
            <p14:sldId id="1960"/>
            <p14:sldId id="2147472312"/>
            <p14:sldId id="2147472305"/>
            <p14:sldId id="2147472308"/>
            <p14:sldId id="2147472313"/>
            <p14:sldId id="2147472314"/>
            <p14:sldId id="2147472414"/>
            <p14:sldId id="2147472309"/>
          </p14:sldIdLst>
        </p14:section>
        <p14:section name="Template" id="{7295C9B3-76C4-9A40-B779-66AE9833B4E4}">
          <p14:sldIdLst>
            <p14:sldId id="2147470823"/>
          </p14:sldIdLst>
        </p14:section>
        <p14:section name="0. Content" id="{12944F4C-C9D1-F24D-92F7-D1CC9A6CE701}">
          <p14:sldIdLst>
            <p14:sldId id="2147472132"/>
            <p14:sldId id="2147471081"/>
            <p14:sldId id="2147471228"/>
            <p14:sldId id="293"/>
            <p14:sldId id="2147472259"/>
            <p14:sldId id="298"/>
            <p14:sldId id="2147472144"/>
          </p14:sldIdLst>
        </p14:section>
        <p14:section name="1. Executive summary" id="{0570B3CF-3C8C-DA44-83F0-4EE4BE19C8C3}">
          <p14:sldIdLst>
            <p14:sldId id="2147471492"/>
            <p14:sldId id="2147472387"/>
            <p14:sldId id="2147472290"/>
            <p14:sldId id="2147471030"/>
            <p14:sldId id="2147471262"/>
            <p14:sldId id="2147472110"/>
            <p14:sldId id="2147472248"/>
            <p14:sldId id="2147472153"/>
            <p14:sldId id="2147472291"/>
            <p14:sldId id="2147472318"/>
          </p14:sldIdLst>
        </p14:section>
        <p14:section name="2. Background and context" id="{4BF4CEEF-68AC-3B4A-A2C7-BF858AFFBDB7}">
          <p14:sldIdLst>
            <p14:sldId id="2147472133"/>
            <p14:sldId id="2147472389"/>
            <p14:sldId id="2147472247"/>
            <p14:sldId id="4293"/>
            <p14:sldId id="2147472161"/>
            <p14:sldId id="2147471120"/>
            <p14:sldId id="2147472319"/>
            <p14:sldId id="2147472330"/>
            <p14:sldId id="2147472293"/>
          </p14:sldIdLst>
        </p14:section>
        <p14:section name="3. What is the problem/opportunity?" id="{2213AA8D-D016-9343-9FA6-A5EFA52DB65A}">
          <p14:sldIdLst>
            <p14:sldId id="2147472134"/>
            <p14:sldId id="2147472392"/>
          </p14:sldIdLst>
        </p14:section>
        <p14:section name="3a. Text-based slides" id="{6A5F3924-A398-134D-AADB-1A2AD31A7DD7}">
          <p14:sldIdLst>
            <p14:sldId id="2147472282"/>
            <p14:sldId id="2147472321"/>
            <p14:sldId id="2147470920"/>
            <p14:sldId id="2147472326"/>
            <p14:sldId id="2147472385"/>
            <p14:sldId id="2147472332"/>
            <p14:sldId id="2147471130"/>
          </p14:sldIdLst>
        </p14:section>
        <p14:section name="3b. Numbers slides" id="{0FC15C43-AD9C-7B42-ADD4-68E4321DCF77}">
          <p14:sldIdLst>
            <p14:sldId id="2147471131"/>
            <p14:sldId id="2147471132"/>
            <p14:sldId id="2147471133"/>
            <p14:sldId id="2147471145"/>
            <p14:sldId id="2147470936"/>
            <p14:sldId id="2147470939"/>
            <p14:sldId id="2147473350"/>
            <p14:sldId id="2147470941"/>
            <p14:sldId id="2147470558"/>
            <p14:sldId id="2147472505"/>
            <p14:sldId id="2147472509"/>
            <p14:sldId id="2147472328"/>
            <p14:sldId id="2147470559"/>
          </p14:sldIdLst>
        </p14:section>
        <p14:section name="4. High-level solution and vision" id="{CEBD2508-B9C7-A740-BD2C-E5D9ADC3455C}">
          <p14:sldIdLst>
            <p14:sldId id="2147472135"/>
            <p14:sldId id="2147472304"/>
          </p14:sldIdLst>
        </p14:section>
        <p14:section name="4a. High-level solution and vision" id="{1B397B94-C643-7B40-B818-5033EEC23061}">
          <p14:sldIdLst>
            <p14:sldId id="2147471075"/>
            <p14:sldId id="2147471076"/>
            <p14:sldId id="2147472329"/>
            <p14:sldId id="2335"/>
            <p14:sldId id="2342"/>
            <p14:sldId id="2147472402"/>
            <p14:sldId id="2147471077"/>
            <p14:sldId id="2147472320"/>
          </p14:sldIdLst>
        </p14:section>
        <p14:section name="4b. Strategic fit" id="{5DD689A7-2355-C54B-8CD0-E11608A22994}">
          <p14:sldIdLst>
            <p14:sldId id="2147472403"/>
            <p14:sldId id="2147472404"/>
            <p14:sldId id="2147472331"/>
          </p14:sldIdLst>
        </p14:section>
        <p14:section name="5. Options analysis" id="{66876D70-CE82-F446-9665-78FF89A71D43}">
          <p14:sldIdLst>
            <p14:sldId id="2147472136"/>
            <p14:sldId id="2147472393"/>
            <p14:sldId id="2147472294"/>
            <p14:sldId id="2147472301"/>
            <p14:sldId id="2147471199"/>
            <p14:sldId id="2147471209"/>
            <p14:sldId id="2147471210"/>
            <p14:sldId id="2147472383"/>
            <p14:sldId id="2147472334"/>
            <p14:sldId id="2147472345"/>
            <p14:sldId id="2147472429"/>
          </p14:sldIdLst>
        </p14:section>
        <p14:section name="6. Recommended solution" id="{F8505ADA-7CE9-7A4E-B8CD-44A4F1F904CA}">
          <p14:sldIdLst>
            <p14:sldId id="2147472137"/>
          </p14:sldIdLst>
        </p14:section>
        <p14:section name="6a. Solution details" id="{6D06E986-E366-3240-8BB1-6F635305DFB2}">
          <p14:sldIdLst>
            <p14:sldId id="2147472405"/>
            <p14:sldId id="2147472443"/>
            <p14:sldId id="2147473372"/>
            <p14:sldId id="2147473373"/>
            <p14:sldId id="2147473374"/>
            <p14:sldId id="2147472346"/>
            <p14:sldId id="2147472430"/>
            <p14:sldId id="2147472431"/>
            <p14:sldId id="2147472432"/>
            <p14:sldId id="2147472433"/>
            <p14:sldId id="2147472434"/>
            <p14:sldId id="2147472435"/>
            <p14:sldId id="2147472436"/>
            <p14:sldId id="2147472437"/>
            <p14:sldId id="2147472438"/>
            <p14:sldId id="2147472439"/>
            <p14:sldId id="2147472441"/>
            <p14:sldId id="2147472347"/>
            <p14:sldId id="2147472348"/>
            <p14:sldId id="2147470921"/>
          </p14:sldIdLst>
        </p14:section>
        <p14:section name="6b. Benefits" id="{2976A3F5-2E61-1545-A69D-AA9D93F8AD17}">
          <p14:sldIdLst>
            <p14:sldId id="2147472406"/>
            <p14:sldId id="2147472386"/>
            <p14:sldId id="2147472351"/>
            <p14:sldId id="2147472349"/>
            <p14:sldId id="361"/>
            <p14:sldId id="508"/>
            <p14:sldId id="2147472352"/>
            <p14:sldId id="2147472511"/>
            <p14:sldId id="2147472424"/>
            <p14:sldId id="2147472423"/>
          </p14:sldIdLst>
        </p14:section>
        <p14:section name="6c. Costs and ROI analysis" id="{751B015D-03E5-614A-BE25-D12668711615}">
          <p14:sldIdLst>
            <p14:sldId id="2147472407"/>
            <p14:sldId id="2147472415"/>
            <p14:sldId id="2147472360"/>
            <p14:sldId id="2147472160"/>
            <p14:sldId id="2147472420"/>
            <p14:sldId id="2147472419"/>
            <p14:sldId id="2147472418"/>
            <p14:sldId id="2147472359"/>
            <p14:sldId id="2147472362"/>
            <p14:sldId id="2147472422"/>
            <p14:sldId id="2147472421"/>
            <p14:sldId id="2147472365"/>
            <p14:sldId id="2147470792"/>
          </p14:sldIdLst>
        </p14:section>
        <p14:section name="7. Implementation plan" id="{8ACB2E74-128F-3C44-B7A6-645E730EFA9C}">
          <p14:sldIdLst>
            <p14:sldId id="2147472138"/>
            <p14:sldId id="2147472394"/>
            <p14:sldId id="2147472114"/>
            <p14:sldId id="2147472249"/>
            <p14:sldId id="2147472250"/>
            <p14:sldId id="2147472377"/>
            <p14:sldId id="2147472378"/>
            <p14:sldId id="2147472263"/>
            <p14:sldId id="2310"/>
            <p14:sldId id="2147471119"/>
            <p14:sldId id="4276"/>
            <p14:sldId id="2147471122"/>
            <p14:sldId id="4312"/>
            <p14:sldId id="2147472251"/>
            <p14:sldId id="1614"/>
            <p14:sldId id="2147472353"/>
            <p14:sldId id="2147472354"/>
            <p14:sldId id="535"/>
          </p14:sldIdLst>
        </p14:section>
        <p14:section name="8. Risks and mitigations" id="{EDD94D48-D786-CE47-BFEA-95F6F0A7A873}">
          <p14:sldIdLst>
            <p14:sldId id="2147472139"/>
            <p14:sldId id="2147472395"/>
            <p14:sldId id="2147472264"/>
            <p14:sldId id="301"/>
            <p14:sldId id="2147473368"/>
            <p14:sldId id="2147472288"/>
            <p14:sldId id="2147472265"/>
            <p14:sldId id="2147471107"/>
            <p14:sldId id="2147471108"/>
            <p14:sldId id="2147471109"/>
            <p14:sldId id="2147472298"/>
            <p14:sldId id="2147472297"/>
          </p14:sldIdLst>
        </p14:section>
        <p14:section name="9. Governance and monitoring" id="{ADB82AD3-0E5F-0D41-B3F5-584577F77FF2}">
          <p14:sldIdLst>
            <p14:sldId id="2147472140"/>
            <p14:sldId id="2147472396"/>
            <p14:sldId id="2147472397"/>
            <p14:sldId id="1581"/>
            <p14:sldId id="1582"/>
            <p14:sldId id="2147472260"/>
            <p14:sldId id="1584"/>
            <p14:sldId id="2147470748"/>
            <p14:sldId id="1591"/>
            <p14:sldId id="4311"/>
            <p14:sldId id="2147472254"/>
            <p14:sldId id="2147471106"/>
            <p14:sldId id="2147472159"/>
            <p14:sldId id="2147472289"/>
          </p14:sldIdLst>
        </p14:section>
        <p14:section name="10. Recommendations and next steps" id="{F14294FC-93C2-F647-85EA-75FA5B9E800C}">
          <p14:sldIdLst>
            <p14:sldId id="2147472141"/>
            <p14:sldId id="2147472398"/>
            <p14:sldId id="2147472252"/>
            <p14:sldId id="2147472295"/>
            <p14:sldId id="2147471110"/>
            <p14:sldId id="2147471121"/>
          </p14:sldIdLst>
        </p14:section>
        <p14:section name="11. Appendix" id="{C557C7B3-F325-6241-9228-C9E2BAF7167B}">
          <p14:sldIdLst>
            <p14:sldId id="2147472401"/>
          </p14:sldIdLst>
        </p14:section>
        <p14:section name="11a. Assumptions" id="{39165619-C7DE-9A40-9688-74D0358A48FD}">
          <p14:sldIdLst>
            <p14:sldId id="2147471858"/>
            <p14:sldId id="2147472400"/>
            <p14:sldId id="2147472268"/>
          </p14:sldIdLst>
        </p14:section>
        <p14:section name="11b. Sources" id="{A4DF56D5-0C5B-4B44-A186-8117B7701E1B}">
          <p14:sldIdLst>
            <p14:sldId id="2147472005"/>
            <p14:sldId id="2147472006"/>
            <p14:sldId id="2147472008"/>
          </p14:sldIdLst>
        </p14:section>
        <p14:section name="Real-life sanitized case example 1" id="{884E9544-B0B4-FD4E-9E56-EF46004C2081}">
          <p14:sldIdLst>
            <p14:sldId id="2147472085"/>
            <p14:sldId id="2147472311"/>
            <p14:sldId id="2147472485"/>
            <p14:sldId id="2147472492"/>
            <p14:sldId id="2147473359"/>
            <p14:sldId id="2147473360"/>
            <p14:sldId id="2147473371"/>
            <p14:sldId id="2147473362"/>
            <p14:sldId id="2147473363"/>
            <p14:sldId id="2147472493"/>
            <p14:sldId id="2147472496"/>
            <p14:sldId id="2147473375"/>
            <p14:sldId id="2147473370"/>
            <p14:sldId id="2147473364"/>
            <p14:sldId id="2147472498"/>
            <p14:sldId id="2147473366"/>
            <p14:sldId id="2147472499"/>
            <p14:sldId id="2147472486"/>
            <p14:sldId id="2147472488"/>
            <p14:sldId id="2147472500"/>
            <p14:sldId id="2147472489"/>
            <p14:sldId id="2147473365"/>
            <p14:sldId id="2147472501"/>
            <p14:sldId id="2147473369"/>
            <p14:sldId id="2147472503"/>
          </p14:sldIdLst>
        </p14:section>
        <p14:section name="Real-life sanitized case example 2" id="{F5D6A418-7145-2B4C-81B7-1320A0527EEB}">
          <p14:sldIdLst>
            <p14:sldId id="2147472261"/>
            <p14:sldId id="2147472098"/>
            <p14:sldId id="2147471830"/>
            <p14:sldId id="2147472408"/>
            <p14:sldId id="2147472459"/>
            <p14:sldId id="2147470940"/>
            <p14:sldId id="2147472504"/>
            <p14:sldId id="2147472467"/>
            <p14:sldId id="2147472460"/>
            <p14:sldId id="2147472471"/>
            <p14:sldId id="2147472490"/>
            <p14:sldId id="2147472461"/>
            <p14:sldId id="2147471185"/>
            <p14:sldId id="2147472474"/>
            <p14:sldId id="2147472477"/>
            <p14:sldId id="2147472475"/>
            <p14:sldId id="2147472476"/>
            <p14:sldId id="2147472462"/>
            <p14:sldId id="2147472370"/>
            <p14:sldId id="2147472371"/>
            <p14:sldId id="2147472381"/>
            <p14:sldId id="2147472382"/>
            <p14:sldId id="2147472368"/>
            <p14:sldId id="2147472463"/>
            <p14:sldId id="2147472379"/>
            <p14:sldId id="2147472306"/>
            <p14:sldId id="2147472479"/>
            <p14:sldId id="2147472482"/>
            <p14:sldId id="2147472464"/>
            <p14:sldId id="2147472483"/>
          </p14:sldIdLst>
        </p14:section>
        <p14:section name="Case example 3" id="{C7359151-9124-F94A-A205-0D71354C5EFD}">
          <p14:sldIdLst>
            <p14:sldId id="2147472412"/>
            <p14:sldId id="2147472413"/>
            <p14:sldId id="2147472426"/>
            <p14:sldId id="2147472425"/>
            <p14:sldId id="2147472446"/>
            <p14:sldId id="2147472451"/>
            <p14:sldId id="2147472447"/>
            <p14:sldId id="2147472448"/>
            <p14:sldId id="2147472450"/>
            <p14:sldId id="2147472457"/>
            <p14:sldId id="2147472458"/>
            <p14:sldId id="2147472452"/>
            <p14:sldId id="2147472449"/>
            <p14:sldId id="2147472456"/>
          </p14:sldIdLst>
        </p14:section>
        <p14:section name="Appendix: Checklist" id="{79134328-2960-E64E-81B1-A1DAC6744494}">
          <p14:sldIdLst>
            <p14:sldId id="2147470833"/>
            <p14:sldId id="2147471516"/>
            <p14:sldId id="2147471517"/>
            <p14:sldId id="2147471518"/>
            <p14:sldId id="2147471519"/>
            <p14:sldId id="2147471520"/>
            <p14:sldId id="2147471521"/>
            <p14:sldId id="2147471522"/>
          </p14:sldIdLst>
        </p14:section>
        <p14:section name="End" id="{4294C5DB-D966-6844-ADE1-3492AD7FCC36}">
          <p14:sldIdLst>
            <p14:sldId id="21474708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83"/>
    <p:restoredTop sz="93574"/>
  </p:normalViewPr>
  <p:slideViewPr>
    <p:cSldViewPr snapToGrid="0" showGuides="1">
      <p:cViewPr>
        <p:scale>
          <a:sx n="99" d="100"/>
          <a:sy n="99" d="100"/>
        </p:scale>
        <p:origin x="3232" y="2528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273" Type="http://schemas.openxmlformats.org/officeDocument/2006/relationships/notesMaster" Target="notesMasters/notesMaster1.xml"/><Relationship Id="rId274" Type="http://schemas.openxmlformats.org/officeDocument/2006/relationships/handoutMaster" Target="handoutMasters/handoutMaster1.xml"/><Relationship Id="rId275" Type="http://schemas.openxmlformats.org/officeDocument/2006/relationships/tags" Target="tags/tag1.xml"/><Relationship Id="rId276" Type="http://schemas.openxmlformats.org/officeDocument/2006/relationships/presProps" Target="presProps.xml"/><Relationship Id="rId277" Type="http://schemas.openxmlformats.org/officeDocument/2006/relationships/viewProps" Target="viewProps.xml"/><Relationship Id="rId278" Type="http://schemas.openxmlformats.org/officeDocument/2006/relationships/theme" Target="theme/theme1.xml"/><Relationship Id="rId27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8/18/25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8/18/25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tags" Target="../tags/tag70.xml"/><Relationship Id="rId4" Type="http://schemas.openxmlformats.org/officeDocument/2006/relationships/tags" Target="../tags/tag71.xml"/><Relationship Id="rId5" Type="http://schemas.openxmlformats.org/officeDocument/2006/relationships/tags" Target="../tags/tag72.xml"/><Relationship Id="rId6" Type="http://schemas.openxmlformats.org/officeDocument/2006/relationships/tags" Target="../tags/tag73.xml"/><Relationship Id="rId7" Type="http://schemas.openxmlformats.org/officeDocument/2006/relationships/tags" Target="../tags/tag74.xml"/><Relationship Id="rId8" Type="http://schemas.openxmlformats.org/officeDocument/2006/relationships/tags" Target="../tags/tag75.xml"/><Relationship Id="rId9" Type="http://schemas.openxmlformats.org/officeDocument/2006/relationships/tags" Target="../tags/tag76.xml"/><Relationship Id="rId10" Type="http://schemas.openxmlformats.org/officeDocument/2006/relationships/tags" Target="../tags/tag77.xml"/><Relationship Id="rId11" Type="http://schemas.openxmlformats.org/officeDocument/2006/relationships/tags" Target="../tags/tag78.xml"/><Relationship Id="rId12" Type="http://schemas.openxmlformats.org/officeDocument/2006/relationships/tags" Target="../tags/tag79.xml"/><Relationship Id="rId13" Type="http://schemas.openxmlformats.org/officeDocument/2006/relationships/tags" Target="../tags/tag80.xml"/><Relationship Id="rId14" Type="http://schemas.openxmlformats.org/officeDocument/2006/relationships/tags" Target="../tags/tag81.xml"/><Relationship Id="rId15" Type="http://schemas.openxmlformats.org/officeDocument/2006/relationships/tags" Target="../tags/tag82.xml"/><Relationship Id="rId16" Type="http://schemas.openxmlformats.org/officeDocument/2006/relationships/tags" Target="../tags/tag83.xml"/><Relationship Id="rId17" Type="http://schemas.openxmlformats.org/officeDocument/2006/relationships/tags" Target="../tags/tag84.xml"/><Relationship Id="rId18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tags" Target="../tags/tag89.xml"/><Relationship Id="rId6" Type="http://schemas.openxmlformats.org/officeDocument/2006/relationships/tags" Target="../tags/tag90.xml"/><Relationship Id="rId7" Type="http://schemas.openxmlformats.org/officeDocument/2006/relationships/tags" Target="../tags/tag91.xml"/><Relationship Id="rId8" Type="http://schemas.openxmlformats.org/officeDocument/2006/relationships/tags" Target="../tags/tag92.xml"/><Relationship Id="rId9" Type="http://schemas.openxmlformats.org/officeDocument/2006/relationships/tags" Target="../tags/tag93.xml"/><Relationship Id="rId10" Type="http://schemas.openxmlformats.org/officeDocument/2006/relationships/tags" Target="../tags/tag94.xml"/><Relationship Id="rId11" Type="http://schemas.openxmlformats.org/officeDocument/2006/relationships/tags" Target="../tags/tag95.xml"/><Relationship Id="rId12" Type="http://schemas.openxmlformats.org/officeDocument/2006/relationships/tags" Target="../tags/tag96.xml"/><Relationship Id="rId13" Type="http://schemas.openxmlformats.org/officeDocument/2006/relationships/tags" Target="../tags/tag97.xml"/><Relationship Id="rId14" Type="http://schemas.openxmlformats.org/officeDocument/2006/relationships/tags" Target="../tags/tag98.xml"/><Relationship Id="rId15" Type="http://schemas.openxmlformats.org/officeDocument/2006/relationships/tags" Target="../tags/tag99.xml"/><Relationship Id="rId16" Type="http://schemas.openxmlformats.org/officeDocument/2006/relationships/tags" Target="../tags/tag100.xml"/><Relationship Id="rId17" Type="http://schemas.openxmlformats.org/officeDocument/2006/relationships/tags" Target="../tags/tag101.xml"/><Relationship Id="rId18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2.xml"/><Relationship Id="rId2" Type="http://schemas.openxmlformats.org/officeDocument/2006/relationships/tags" Target="../tags/tag103.xml"/><Relationship Id="rId3" Type="http://schemas.openxmlformats.org/officeDocument/2006/relationships/tags" Target="../tags/tag104.xml"/><Relationship Id="rId4" Type="http://schemas.openxmlformats.org/officeDocument/2006/relationships/tags" Target="../tags/tag105.xml"/><Relationship Id="rId5" Type="http://schemas.openxmlformats.org/officeDocument/2006/relationships/tags" Target="../tags/tag106.xml"/><Relationship Id="rId6" Type="http://schemas.openxmlformats.org/officeDocument/2006/relationships/tags" Target="../tags/tag107.xml"/><Relationship Id="rId7" Type="http://schemas.openxmlformats.org/officeDocument/2006/relationships/tags" Target="../tags/tag108.xml"/><Relationship Id="rId8" Type="http://schemas.openxmlformats.org/officeDocument/2006/relationships/tags" Target="../tags/tag109.xml"/><Relationship Id="rId9" Type="http://schemas.openxmlformats.org/officeDocument/2006/relationships/tags" Target="../tags/tag110.xml"/><Relationship Id="rId10" Type="http://schemas.openxmlformats.org/officeDocument/2006/relationships/tags" Target="../tags/tag111.xml"/><Relationship Id="rId11" Type="http://schemas.openxmlformats.org/officeDocument/2006/relationships/tags" Target="../tags/tag112.xml"/><Relationship Id="rId12" Type="http://schemas.openxmlformats.org/officeDocument/2006/relationships/tags" Target="../tags/tag113.xml"/><Relationship Id="rId13" Type="http://schemas.openxmlformats.org/officeDocument/2006/relationships/tags" Target="../tags/tag114.xml"/><Relationship Id="rId14" Type="http://schemas.openxmlformats.org/officeDocument/2006/relationships/tags" Target="../tags/tag115.xml"/><Relationship Id="rId15" Type="http://schemas.openxmlformats.org/officeDocument/2006/relationships/tags" Target="../tags/tag116.xml"/><Relationship Id="rId16" Type="http://schemas.openxmlformats.org/officeDocument/2006/relationships/tags" Target="../tags/tag117.xml"/><Relationship Id="rId17" Type="http://schemas.openxmlformats.org/officeDocument/2006/relationships/tags" Target="../tags/tag118.xml"/><Relationship Id="rId18" Type="http://schemas.openxmlformats.org/officeDocument/2006/relationships/tags" Target="../tags/tag119.xml"/><Relationship Id="rId19" Type="http://schemas.openxmlformats.org/officeDocument/2006/relationships/tags" Target="../tags/tag120.xml"/><Relationship Id="rId2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tags" Target="../tags/tag128.xml"/><Relationship Id="rId9" Type="http://schemas.openxmlformats.org/officeDocument/2006/relationships/tags" Target="../tags/tag129.xml"/><Relationship Id="rId10" Type="http://schemas.openxmlformats.org/officeDocument/2006/relationships/tags" Target="../tags/tag130.xml"/><Relationship Id="rId11" Type="http://schemas.openxmlformats.org/officeDocument/2006/relationships/tags" Target="../tags/tag131.xml"/><Relationship Id="rId12" Type="http://schemas.openxmlformats.org/officeDocument/2006/relationships/tags" Target="../tags/tag132.xml"/><Relationship Id="rId13" Type="http://schemas.openxmlformats.org/officeDocument/2006/relationships/tags" Target="../tags/tag133.xml"/><Relationship Id="rId14" Type="http://schemas.openxmlformats.org/officeDocument/2006/relationships/tags" Target="../tags/tag134.xml"/><Relationship Id="rId15" Type="http://schemas.openxmlformats.org/officeDocument/2006/relationships/tags" Target="../tags/tag135.xml"/><Relationship Id="rId16" Type="http://schemas.openxmlformats.org/officeDocument/2006/relationships/tags" Target="../tags/tag136.xml"/><Relationship Id="rId17" Type="http://schemas.openxmlformats.org/officeDocument/2006/relationships/tags" Target="../tags/tag137.xml"/><Relationship Id="rId18" Type="http://schemas.openxmlformats.org/officeDocument/2006/relationships/tags" Target="../tags/tag138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tags" Target="../tags/tag146.xml"/><Relationship Id="rId9" Type="http://schemas.openxmlformats.org/officeDocument/2006/relationships/tags" Target="../tags/tag147.xml"/><Relationship Id="rId10" Type="http://schemas.openxmlformats.org/officeDocument/2006/relationships/tags" Target="../tags/tag148.xml"/><Relationship Id="rId11" Type="http://schemas.openxmlformats.org/officeDocument/2006/relationships/tags" Target="../tags/tag149.xml"/><Relationship Id="rId12" Type="http://schemas.openxmlformats.org/officeDocument/2006/relationships/tags" Target="../tags/tag150.xml"/><Relationship Id="rId13" Type="http://schemas.openxmlformats.org/officeDocument/2006/relationships/tags" Target="../tags/tag151.xml"/><Relationship Id="rId14" Type="http://schemas.openxmlformats.org/officeDocument/2006/relationships/tags" Target="../tags/tag152.xml"/><Relationship Id="rId15" Type="http://schemas.openxmlformats.org/officeDocument/2006/relationships/tags" Target="../tags/tag153.xml"/><Relationship Id="rId16" Type="http://schemas.openxmlformats.org/officeDocument/2006/relationships/tags" Target="../tags/tag154.xml"/><Relationship Id="rId17" Type="http://schemas.openxmlformats.org/officeDocument/2006/relationships/tags" Target="../tags/tag155.xml"/><Relationship Id="rId18" Type="http://schemas.openxmlformats.org/officeDocument/2006/relationships/tags" Target="../tags/tag156.xml"/><Relationship Id="rId19" Type="http://schemas.openxmlformats.org/officeDocument/2006/relationships/tags" Target="../tags/tag157.xml"/><Relationship Id="rId2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8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tags" Target="../tags/tag161.xml"/><Relationship Id="rId5" Type="http://schemas.openxmlformats.org/officeDocument/2006/relationships/tags" Target="../tags/tag162.xml"/><Relationship Id="rId6" Type="http://schemas.openxmlformats.org/officeDocument/2006/relationships/tags" Target="../tags/tag163.xml"/><Relationship Id="rId7" Type="http://schemas.openxmlformats.org/officeDocument/2006/relationships/tags" Target="../tags/tag164.xml"/><Relationship Id="rId8" Type="http://schemas.openxmlformats.org/officeDocument/2006/relationships/tags" Target="../tags/tag165.xml"/><Relationship Id="rId9" Type="http://schemas.openxmlformats.org/officeDocument/2006/relationships/tags" Target="../tags/tag166.xml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tags" Target="../tags/tag170.xml"/><Relationship Id="rId14" Type="http://schemas.openxmlformats.org/officeDocument/2006/relationships/tags" Target="../tags/tag171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72.x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5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tags" Target="../tags/tag178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tags" Target="../tags/tag185.xml"/><Relationship Id="rId8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86.xml"/><Relationship Id="rId2" Type="http://schemas.openxmlformats.org/officeDocument/2006/relationships/tags" Target="../tags/tag187.xml"/><Relationship Id="rId3" Type="http://schemas.openxmlformats.org/officeDocument/2006/relationships/tags" Target="../tags/tag188.xml"/><Relationship Id="rId4" Type="http://schemas.openxmlformats.org/officeDocument/2006/relationships/tags" Target="../tags/tag189.xml"/><Relationship Id="rId5" Type="http://schemas.openxmlformats.org/officeDocument/2006/relationships/tags" Target="../tags/tag190.xml"/><Relationship Id="rId6" Type="http://schemas.openxmlformats.org/officeDocument/2006/relationships/tags" Target="../tags/tag191.xml"/><Relationship Id="rId7" Type="http://schemas.openxmlformats.org/officeDocument/2006/relationships/tags" Target="../tags/tag192.xml"/><Relationship Id="rId8" Type="http://schemas.openxmlformats.org/officeDocument/2006/relationships/tags" Target="../tags/tag193.xml"/><Relationship Id="rId9" Type="http://schemas.openxmlformats.org/officeDocument/2006/relationships/tags" Target="../tags/tag194.xml"/><Relationship Id="rId10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95.xml"/><Relationship Id="rId2" Type="http://schemas.openxmlformats.org/officeDocument/2006/relationships/tags" Target="../tags/tag196.xml"/><Relationship Id="rId3" Type="http://schemas.openxmlformats.org/officeDocument/2006/relationships/tags" Target="../tags/tag197.xml"/><Relationship Id="rId4" Type="http://schemas.openxmlformats.org/officeDocument/2006/relationships/tags" Target="../tags/tag198.xml"/><Relationship Id="rId5" Type="http://schemas.openxmlformats.org/officeDocument/2006/relationships/tags" Target="../tags/tag199.xml"/><Relationship Id="rId6" Type="http://schemas.openxmlformats.org/officeDocument/2006/relationships/tags" Target="../tags/tag200.xml"/><Relationship Id="rId7" Type="http://schemas.openxmlformats.org/officeDocument/2006/relationships/tags" Target="../tags/tag201.xml"/><Relationship Id="rId8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02.xml"/><Relationship Id="rId2" Type="http://schemas.openxmlformats.org/officeDocument/2006/relationships/tags" Target="../tags/tag203.xml"/><Relationship Id="rId3" Type="http://schemas.openxmlformats.org/officeDocument/2006/relationships/tags" Target="../tags/tag204.xml"/><Relationship Id="rId4" Type="http://schemas.openxmlformats.org/officeDocument/2006/relationships/tags" Target="../tags/tag205.xml"/><Relationship Id="rId5" Type="http://schemas.openxmlformats.org/officeDocument/2006/relationships/tags" Target="../tags/tag206.xml"/><Relationship Id="rId6" Type="http://schemas.openxmlformats.org/officeDocument/2006/relationships/tags" Target="../tags/tag207.xml"/><Relationship Id="rId7" Type="http://schemas.openxmlformats.org/officeDocument/2006/relationships/tags" Target="../tags/tag208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9.xml"/><Relationship Id="rId2" Type="http://schemas.openxmlformats.org/officeDocument/2006/relationships/tags" Target="../tags/tag210.xml"/><Relationship Id="rId3" Type="http://schemas.openxmlformats.org/officeDocument/2006/relationships/tags" Target="../tags/tag211.xml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Relationship Id="rId7" Type="http://schemas.openxmlformats.org/officeDocument/2006/relationships/tags" Target="../tags/tag215.xml"/><Relationship Id="rId8" Type="http://schemas.openxmlformats.org/officeDocument/2006/relationships/tags" Target="../tags/tag216.xml"/><Relationship Id="rId9" Type="http://schemas.openxmlformats.org/officeDocument/2006/relationships/tags" Target="../tags/tag217.xml"/><Relationship Id="rId10" Type="http://schemas.openxmlformats.org/officeDocument/2006/relationships/tags" Target="../tags/tag218.xml"/><Relationship Id="rId11" Type="http://schemas.openxmlformats.org/officeDocument/2006/relationships/tags" Target="../tags/tag219.xml"/><Relationship Id="rId12" Type="http://schemas.openxmlformats.org/officeDocument/2006/relationships/tags" Target="../tags/tag220.xml"/><Relationship Id="rId13" Type="http://schemas.openxmlformats.org/officeDocument/2006/relationships/tags" Target="../tags/tag221.xml"/><Relationship Id="rId14" Type="http://schemas.openxmlformats.org/officeDocument/2006/relationships/tags" Target="../tags/tag222.xml"/><Relationship Id="rId15" Type="http://schemas.openxmlformats.org/officeDocument/2006/relationships/tags" Target="../tags/tag223.xml"/><Relationship Id="rId16" Type="http://schemas.openxmlformats.org/officeDocument/2006/relationships/tags" Target="../tags/tag224.xml"/><Relationship Id="rId17" Type="http://schemas.openxmlformats.org/officeDocument/2006/relationships/tags" Target="../tags/tag225.xml"/><Relationship Id="rId1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26.xml"/><Relationship Id="rId2" Type="http://schemas.openxmlformats.org/officeDocument/2006/relationships/tags" Target="../tags/tag227.xml"/><Relationship Id="rId3" Type="http://schemas.openxmlformats.org/officeDocument/2006/relationships/tags" Target="../tags/tag228.xml"/><Relationship Id="rId4" Type="http://schemas.openxmlformats.org/officeDocument/2006/relationships/tags" Target="../tags/tag229.xml"/><Relationship Id="rId5" Type="http://schemas.openxmlformats.org/officeDocument/2006/relationships/tags" Target="../tags/tag230.xml"/><Relationship Id="rId6" Type="http://schemas.openxmlformats.org/officeDocument/2006/relationships/tags" Target="../tags/tag231.xml"/><Relationship Id="rId7" Type="http://schemas.openxmlformats.org/officeDocument/2006/relationships/tags" Target="../tags/tag232.xml"/><Relationship Id="rId8" Type="http://schemas.openxmlformats.org/officeDocument/2006/relationships/tags" Target="../tags/tag233.xml"/><Relationship Id="rId9" Type="http://schemas.openxmlformats.org/officeDocument/2006/relationships/tags" Target="../tags/tag234.xml"/><Relationship Id="rId10" Type="http://schemas.openxmlformats.org/officeDocument/2006/relationships/tags" Target="../tags/tag235.xml"/><Relationship Id="rId11" Type="http://schemas.openxmlformats.org/officeDocument/2006/relationships/tags" Target="../tags/tag236.xml"/><Relationship Id="rId12" Type="http://schemas.openxmlformats.org/officeDocument/2006/relationships/tags" Target="../tags/tag237.xml"/><Relationship Id="rId13" Type="http://schemas.openxmlformats.org/officeDocument/2006/relationships/tags" Target="../tags/tag238.xml"/><Relationship Id="rId14" Type="http://schemas.openxmlformats.org/officeDocument/2006/relationships/tags" Target="../tags/tag239.xml"/><Relationship Id="rId15" Type="http://schemas.openxmlformats.org/officeDocument/2006/relationships/tags" Target="../tags/tag240.xml"/><Relationship Id="rId16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1.xml"/><Relationship Id="rId2" Type="http://schemas.openxmlformats.org/officeDocument/2006/relationships/tags" Target="../tags/tag242.xml"/><Relationship Id="rId3" Type="http://schemas.openxmlformats.org/officeDocument/2006/relationships/tags" Target="../tags/tag243.xml"/><Relationship Id="rId4" Type="http://schemas.openxmlformats.org/officeDocument/2006/relationships/tags" Target="../tags/tag244.xml"/><Relationship Id="rId5" Type="http://schemas.openxmlformats.org/officeDocument/2006/relationships/tags" Target="../tags/tag245.xml"/><Relationship Id="rId6" Type="http://schemas.openxmlformats.org/officeDocument/2006/relationships/tags" Target="../tags/tag246.xml"/><Relationship Id="rId7" Type="http://schemas.openxmlformats.org/officeDocument/2006/relationships/tags" Target="../tags/tag247.xml"/><Relationship Id="rId8" Type="http://schemas.openxmlformats.org/officeDocument/2006/relationships/tags" Target="../tags/tag248.xml"/><Relationship Id="rId9" Type="http://schemas.openxmlformats.org/officeDocument/2006/relationships/tags" Target="../tags/tag249.xml"/><Relationship Id="rId10" Type="http://schemas.openxmlformats.org/officeDocument/2006/relationships/tags" Target="../tags/tag250.xml"/><Relationship Id="rId11" Type="http://schemas.openxmlformats.org/officeDocument/2006/relationships/tags" Target="../tags/tag251.xml"/><Relationship Id="rId12" Type="http://schemas.openxmlformats.org/officeDocument/2006/relationships/tags" Target="../tags/tag252.xml"/><Relationship Id="rId13" Type="http://schemas.openxmlformats.org/officeDocument/2006/relationships/tags" Target="../tags/tag253.xml"/><Relationship Id="rId14" Type="http://schemas.openxmlformats.org/officeDocument/2006/relationships/tags" Target="../tags/tag254.xml"/><Relationship Id="rId15" Type="http://schemas.openxmlformats.org/officeDocument/2006/relationships/tags" Target="../tags/tag255.xml"/><Relationship Id="rId16" Type="http://schemas.openxmlformats.org/officeDocument/2006/relationships/tags" Target="../tags/tag256.xml"/><Relationship Id="rId17" Type="http://schemas.openxmlformats.org/officeDocument/2006/relationships/tags" Target="../tags/tag257.xml"/><Relationship Id="rId18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8.xml"/><Relationship Id="rId2" Type="http://schemas.openxmlformats.org/officeDocument/2006/relationships/tags" Target="../tags/tag259.xml"/><Relationship Id="rId3" Type="http://schemas.openxmlformats.org/officeDocument/2006/relationships/tags" Target="../tags/tag260.xml"/><Relationship Id="rId4" Type="http://schemas.openxmlformats.org/officeDocument/2006/relationships/tags" Target="../tags/tag261.xml"/><Relationship Id="rId5" Type="http://schemas.openxmlformats.org/officeDocument/2006/relationships/tags" Target="../tags/tag262.xml"/><Relationship Id="rId6" Type="http://schemas.openxmlformats.org/officeDocument/2006/relationships/tags" Target="../tags/tag263.xml"/><Relationship Id="rId7" Type="http://schemas.openxmlformats.org/officeDocument/2006/relationships/tags" Target="../tags/tag264.xml"/><Relationship Id="rId8" Type="http://schemas.openxmlformats.org/officeDocument/2006/relationships/tags" Target="../tags/tag265.xml"/><Relationship Id="rId9" Type="http://schemas.openxmlformats.org/officeDocument/2006/relationships/tags" Target="../tags/tag266.xml"/><Relationship Id="rId10" Type="http://schemas.openxmlformats.org/officeDocument/2006/relationships/tags" Target="../tags/tag267.xml"/><Relationship Id="rId11" Type="http://schemas.openxmlformats.org/officeDocument/2006/relationships/tags" Target="../tags/tag268.xml"/><Relationship Id="rId12" Type="http://schemas.openxmlformats.org/officeDocument/2006/relationships/tags" Target="../tags/tag269.xml"/><Relationship Id="rId13" Type="http://schemas.openxmlformats.org/officeDocument/2006/relationships/tags" Target="../tags/tag270.xml"/><Relationship Id="rId14" Type="http://schemas.openxmlformats.org/officeDocument/2006/relationships/tags" Target="../tags/tag271.xml"/><Relationship Id="rId15" Type="http://schemas.openxmlformats.org/officeDocument/2006/relationships/tags" Target="../tags/tag272.xml"/><Relationship Id="rId16" Type="http://schemas.openxmlformats.org/officeDocument/2006/relationships/tags" Target="../tags/tag273.xml"/><Relationship Id="rId17" Type="http://schemas.openxmlformats.org/officeDocument/2006/relationships/tags" Target="../tags/tag274.xml"/><Relationship Id="rId18" Type="http://schemas.openxmlformats.org/officeDocument/2006/relationships/tags" Target="../tags/tag275.xml"/><Relationship Id="rId19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76.xml"/><Relationship Id="rId2" Type="http://schemas.openxmlformats.org/officeDocument/2006/relationships/tags" Target="../tags/tag277.xml"/><Relationship Id="rId3" Type="http://schemas.openxmlformats.org/officeDocument/2006/relationships/tags" Target="../tags/tag278.xml"/><Relationship Id="rId4" Type="http://schemas.openxmlformats.org/officeDocument/2006/relationships/tags" Target="../tags/tag279.xml"/><Relationship Id="rId5" Type="http://schemas.openxmlformats.org/officeDocument/2006/relationships/tags" Target="../tags/tag280.xml"/><Relationship Id="rId6" Type="http://schemas.openxmlformats.org/officeDocument/2006/relationships/tags" Target="../tags/tag281.xml"/><Relationship Id="rId7" Type="http://schemas.openxmlformats.org/officeDocument/2006/relationships/tags" Target="../tags/tag282.xml"/><Relationship Id="rId8" Type="http://schemas.openxmlformats.org/officeDocument/2006/relationships/tags" Target="../tags/tag283.xml"/><Relationship Id="rId9" Type="http://schemas.openxmlformats.org/officeDocument/2006/relationships/tags" Target="../tags/tag284.xml"/><Relationship Id="rId10" Type="http://schemas.openxmlformats.org/officeDocument/2006/relationships/tags" Target="../tags/tag285.xml"/><Relationship Id="rId11" Type="http://schemas.openxmlformats.org/officeDocument/2006/relationships/tags" Target="../tags/tag286.xml"/><Relationship Id="rId12" Type="http://schemas.openxmlformats.org/officeDocument/2006/relationships/tags" Target="../tags/tag287.xml"/><Relationship Id="rId13" Type="http://schemas.openxmlformats.org/officeDocument/2006/relationships/tags" Target="../tags/tag288.xml"/><Relationship Id="rId14" Type="http://schemas.openxmlformats.org/officeDocument/2006/relationships/tags" Target="../tags/tag289.xml"/><Relationship Id="rId15" Type="http://schemas.openxmlformats.org/officeDocument/2006/relationships/tags" Target="../tags/tag290.xml"/><Relationship Id="rId16" Type="http://schemas.openxmlformats.org/officeDocument/2006/relationships/tags" Target="../tags/tag291.xml"/><Relationship Id="rId17" Type="http://schemas.openxmlformats.org/officeDocument/2006/relationships/tags" Target="../tags/tag292.xml"/><Relationship Id="rId18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93.xml"/><Relationship Id="rId2" Type="http://schemas.openxmlformats.org/officeDocument/2006/relationships/tags" Target="../tags/tag294.xml"/><Relationship Id="rId3" Type="http://schemas.openxmlformats.org/officeDocument/2006/relationships/tags" Target="../tags/tag295.xml"/><Relationship Id="rId4" Type="http://schemas.openxmlformats.org/officeDocument/2006/relationships/tags" Target="../tags/tag296.xml"/><Relationship Id="rId5" Type="http://schemas.openxmlformats.org/officeDocument/2006/relationships/tags" Target="../tags/tag297.xml"/><Relationship Id="rId6" Type="http://schemas.openxmlformats.org/officeDocument/2006/relationships/tags" Target="../tags/tag298.xml"/><Relationship Id="rId7" Type="http://schemas.openxmlformats.org/officeDocument/2006/relationships/tags" Target="../tags/tag299.xml"/><Relationship Id="rId8" Type="http://schemas.openxmlformats.org/officeDocument/2006/relationships/tags" Target="../tags/tag300.xml"/><Relationship Id="rId9" Type="http://schemas.openxmlformats.org/officeDocument/2006/relationships/tags" Target="../tags/tag301.xml"/><Relationship Id="rId10" Type="http://schemas.openxmlformats.org/officeDocument/2006/relationships/tags" Target="../tags/tag302.xml"/><Relationship Id="rId11" Type="http://schemas.openxmlformats.org/officeDocument/2006/relationships/tags" Target="../tags/tag303.xml"/><Relationship Id="rId12" Type="http://schemas.openxmlformats.org/officeDocument/2006/relationships/tags" Target="../tags/tag304.xml"/><Relationship Id="rId13" Type="http://schemas.openxmlformats.org/officeDocument/2006/relationships/tags" Target="../tags/tag305.xml"/><Relationship Id="rId14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06.xml"/><Relationship Id="rId2" Type="http://schemas.openxmlformats.org/officeDocument/2006/relationships/tags" Target="../tags/tag307.xml"/><Relationship Id="rId3" Type="http://schemas.openxmlformats.org/officeDocument/2006/relationships/tags" Target="../tags/tag308.xml"/><Relationship Id="rId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9.xml"/><Relationship Id="rId2" Type="http://schemas.openxmlformats.org/officeDocument/2006/relationships/tags" Target="../tags/tag310.xml"/><Relationship Id="rId3" Type="http://schemas.openxmlformats.org/officeDocument/2006/relationships/tags" Target="../tags/tag311.xml"/><Relationship Id="rId4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2.xml"/><Relationship Id="rId2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4.xml"/><Relationship Id="rId2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15.xml"/><Relationship Id="rId2" Type="http://schemas.openxmlformats.org/officeDocument/2006/relationships/tags" Target="../tags/tag316.xml"/><Relationship Id="rId3" Type="http://schemas.openxmlformats.org/officeDocument/2006/relationships/tags" Target="../tags/tag317.xml"/><Relationship Id="rId4" Type="http://schemas.openxmlformats.org/officeDocument/2006/relationships/tags" Target="../tags/tag318.xml"/><Relationship Id="rId5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19.xml"/><Relationship Id="rId2" Type="http://schemas.openxmlformats.org/officeDocument/2006/relationships/tags" Target="../tags/tag320.xml"/><Relationship Id="rId3" Type="http://schemas.openxmlformats.org/officeDocument/2006/relationships/tags" Target="../tags/tag321.xml"/><Relationship Id="rId4" Type="http://schemas.openxmlformats.org/officeDocument/2006/relationships/tags" Target="../tags/tag322.xml"/><Relationship Id="rId5" Type="http://schemas.openxmlformats.org/officeDocument/2006/relationships/tags" Target="../tags/tag323.xml"/><Relationship Id="rId6" Type="http://schemas.openxmlformats.org/officeDocument/2006/relationships/tags" Target="../tags/tag324.xml"/><Relationship Id="rId7" Type="http://schemas.openxmlformats.org/officeDocument/2006/relationships/tags" Target="../tags/tag325.xml"/><Relationship Id="rId8" Type="http://schemas.openxmlformats.org/officeDocument/2006/relationships/tags" Target="../tags/tag326.xml"/><Relationship Id="rId9" Type="http://schemas.openxmlformats.org/officeDocument/2006/relationships/tags" Target="../tags/tag327.xml"/><Relationship Id="rId10" Type="http://schemas.openxmlformats.org/officeDocument/2006/relationships/tags" Target="../tags/tag328.xml"/><Relationship Id="rId11" Type="http://schemas.openxmlformats.org/officeDocument/2006/relationships/tags" Target="../tags/tag329.xml"/><Relationship Id="rId12" Type="http://schemas.openxmlformats.org/officeDocument/2006/relationships/tags" Target="../tags/tag330.xml"/><Relationship Id="rId13" Type="http://schemas.openxmlformats.org/officeDocument/2006/relationships/tags" Target="../tags/tag331.xml"/><Relationship Id="rId14" Type="http://schemas.openxmlformats.org/officeDocument/2006/relationships/tags" Target="../tags/tag332.xml"/><Relationship Id="rId15" Type="http://schemas.openxmlformats.org/officeDocument/2006/relationships/tags" Target="../tags/tag333.xml"/><Relationship Id="rId16" Type="http://schemas.openxmlformats.org/officeDocument/2006/relationships/tags" Target="../tags/tag334.xml"/><Relationship Id="rId17" Type="http://schemas.openxmlformats.org/officeDocument/2006/relationships/tags" Target="../tags/tag335.xml"/><Relationship Id="rId18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957041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1426546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47391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B3C58A6B-C0A0-E888-2E66-01D17D0E383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61301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tags" Target="../tags/tag2.xml"/><Relationship Id="rId33" Type="http://schemas.openxmlformats.org/officeDocument/2006/relationships/tags" Target="../tags/tag3.xml"/><Relationship Id="rId34" Type="http://schemas.openxmlformats.org/officeDocument/2006/relationships/tags" Target="../tags/tag4.xml"/><Relationship Id="rId35" Type="http://schemas.openxmlformats.org/officeDocument/2006/relationships/tags" Target="../tags/tag5.xml"/><Relationship Id="rId36" Type="http://schemas.openxmlformats.org/officeDocument/2006/relationships/tags" Target="../tags/tag6.xml"/><Relationship Id="rId37" Type="http://schemas.openxmlformats.org/officeDocument/2006/relationships/tags" Target="../tags/tag7.xml"/><Relationship Id="rId38" Type="http://schemas.openxmlformats.org/officeDocument/2006/relationships/tags" Target="../tags/tag8.xml"/><Relationship Id="rId39" Type="http://schemas.openxmlformats.org/officeDocument/2006/relationships/tags" Target="../tags/tag9.xml"/><Relationship Id="rId40" Type="http://schemas.openxmlformats.org/officeDocument/2006/relationships/tags" Target="../tags/tag10.xml"/><Relationship Id="rId41" Type="http://schemas.openxmlformats.org/officeDocument/2006/relationships/tags" Target="../tags/tag11.xml"/><Relationship Id="rId42" Type="http://schemas.openxmlformats.org/officeDocument/2006/relationships/tags" Target="../tags/tag12.xml"/><Relationship Id="rId43" Type="http://schemas.openxmlformats.org/officeDocument/2006/relationships/tags" Target="../tags/tag13.xml"/><Relationship Id="rId44" Type="http://schemas.openxmlformats.org/officeDocument/2006/relationships/tags" Target="../tags/tag14.xml"/><Relationship Id="rId45" Type="http://schemas.openxmlformats.org/officeDocument/2006/relationships/tags" Target="../tags/tag15.xml"/><Relationship Id="rId46" Type="http://schemas.openxmlformats.org/officeDocument/2006/relationships/tags" Target="../tags/tag16.xml"/><Relationship Id="rId47" Type="http://schemas.openxmlformats.org/officeDocument/2006/relationships/tags" Target="../tags/tag17.xml"/><Relationship Id="rId48" Type="http://schemas.openxmlformats.org/officeDocument/2006/relationships/tags" Target="../tags/tag18.xml"/><Relationship Id="rId49" Type="http://schemas.openxmlformats.org/officeDocument/2006/relationships/tags" Target="../tags/tag19.xml"/><Relationship Id="rId50" Type="http://schemas.openxmlformats.org/officeDocument/2006/relationships/tags" Target="../tags/tag20.xml"/><Relationship Id="rId51" Type="http://schemas.openxmlformats.org/officeDocument/2006/relationships/tags" Target="../tags/tag21.xml"/><Relationship Id="rId52" Type="http://schemas.openxmlformats.org/officeDocument/2006/relationships/tags" Target="../tags/tag22.xml"/><Relationship Id="rId53" Type="http://schemas.openxmlformats.org/officeDocument/2006/relationships/tags" Target="../tags/tag23.xml"/><Relationship Id="rId54" Type="http://schemas.openxmlformats.org/officeDocument/2006/relationships/tags" Target="../tags/tag24.xml"/><Relationship Id="rId55" Type="http://schemas.openxmlformats.org/officeDocument/2006/relationships/tags" Target="../tags/tag25.xml"/><Relationship Id="rId56" Type="http://schemas.openxmlformats.org/officeDocument/2006/relationships/tags" Target="../tags/tag26.xml"/><Relationship Id="rId57" Type="http://schemas.openxmlformats.org/officeDocument/2006/relationships/tags" Target="../tags/tag27.xml"/><Relationship Id="rId58" Type="http://schemas.openxmlformats.org/officeDocument/2006/relationships/tags" Target="../tags/tag28.xml"/><Relationship Id="rId59" Type="http://schemas.openxmlformats.org/officeDocument/2006/relationships/tags" Target="../tags/tag29.xml"/><Relationship Id="rId60" Type="http://schemas.openxmlformats.org/officeDocument/2006/relationships/tags" Target="../tags/tag30.xml"/><Relationship Id="rId61" Type="http://schemas.openxmlformats.org/officeDocument/2006/relationships/tags" Target="../tags/tag31.xml"/><Relationship Id="rId62" Type="http://schemas.openxmlformats.org/officeDocument/2006/relationships/tags" Target="../tags/tag32.xml"/><Relationship Id="rId63" Type="http://schemas.openxmlformats.org/officeDocument/2006/relationships/tags" Target="../tags/tag33.xml"/><Relationship Id="rId64" Type="http://schemas.openxmlformats.org/officeDocument/2006/relationships/tags" Target="../tags/tag34.xml"/><Relationship Id="rId65" Type="http://schemas.openxmlformats.org/officeDocument/2006/relationships/tags" Target="../tags/tag35.xml"/><Relationship Id="rId66" Type="http://schemas.openxmlformats.org/officeDocument/2006/relationships/tags" Target="../tags/tag36.xml"/><Relationship Id="rId67" Type="http://schemas.openxmlformats.org/officeDocument/2006/relationships/tags" Target="../tags/tag37.xml"/><Relationship Id="rId68" Type="http://schemas.openxmlformats.org/officeDocument/2006/relationships/tags" Target="../tags/tag38.xml"/><Relationship Id="rId69" Type="http://schemas.openxmlformats.org/officeDocument/2006/relationships/tags" Target="../tags/tag39.xml"/><Relationship Id="rId70" Type="http://schemas.openxmlformats.org/officeDocument/2006/relationships/tags" Target="../tags/tag40.xml"/><Relationship Id="rId71" Type="http://schemas.openxmlformats.org/officeDocument/2006/relationships/tags" Target="../tags/tag41.xml"/><Relationship Id="rId72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38" r:id="rId26"/>
    <p:sldLayoutId id="2147484239" r:id="rId27"/>
    <p:sldLayoutId id="2147484240" r:id="rId28"/>
    <p:sldLayoutId id="2147484241" r:id="rId29"/>
    <p:sldLayoutId id="2147484242" r:id="rId3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Template Renderer Demo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Test Presentation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Section 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Key Points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First important point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Second important point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Third important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Key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$1.2M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25%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10K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72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NPS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Data Table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176"/>
                <a:gridCol w="3694176"/>
                <a:gridCol w="3694176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Item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Item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Item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2804</TotalTime>
  <Words>31523</Words>
  <Application>Microsoft Macintosh PowerPoint</Application>
  <PresentationFormat>Widescreen</PresentationFormat>
  <Paragraphs>5828</Paragraphs>
  <Slides>271</Slides>
  <Notes>72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271</vt:i4>
      </vt:variant>
    </vt:vector>
  </HeadingPairs>
  <TitlesOfParts>
    <vt:vector size="290" baseType="lpstr">
      <vt:lpstr>ＭＳ Ｐゴシック</vt:lpstr>
      <vt:lpstr>ＭＳ Ｐゴシック</vt:lpstr>
      <vt:lpstr>Arial</vt:lpstr>
      <vt:lpstr>Arial </vt:lpstr>
      <vt:lpstr>Calibri</vt:lpstr>
      <vt:lpstr>Georgia</vt:lpstr>
      <vt:lpstr>Graphik Bold</vt:lpstr>
      <vt:lpstr>Graphik Regular</vt:lpstr>
      <vt:lpstr>Helvetica Neue</vt:lpstr>
      <vt:lpstr>Montserrat</vt:lpstr>
      <vt:lpstr>Poppins</vt:lpstr>
      <vt:lpstr>Segoe UI</vt:lpstr>
      <vt:lpstr>Trebuchet MS</vt:lpstr>
      <vt:lpstr>Verdana</vt:lpstr>
      <vt:lpstr>Wingdings</vt:lpstr>
      <vt:lpstr>Wingdings 2</vt:lpstr>
      <vt:lpstr>Wingdings 3</vt:lpstr>
      <vt:lpstr>Slideworks</vt:lpstr>
      <vt:lpstr>think-cell Slide</vt:lpstr>
      <vt:lpstr>PowerPoint Presentation</vt:lpstr>
      <vt:lpstr>Objectives of this template</vt:lpstr>
      <vt:lpstr>Content of this template</vt:lpstr>
      <vt:lpstr>This business case storyline follows the compelling SCR structure used by McKinsey, BCG, and Bain</vt:lpstr>
      <vt:lpstr>The template includes three full-length sanitized case examples to illustrate how a business case can look like in practice</vt:lpstr>
      <vt:lpstr>The template also includes 1 Word document and 5 Excel files</vt:lpstr>
      <vt:lpstr>In addition, it includes a best-practice guide to writing a compelling business case, along with guides for each section of the business case</vt:lpstr>
      <vt:lpstr>How we recommend using the template (I/III)</vt:lpstr>
      <vt:lpstr>How we recommend using the template (II/III)</vt:lpstr>
      <vt:lpstr>How we recommend using the template (III/III)</vt:lpstr>
      <vt:lpstr>PowerPoint Presentation</vt:lpstr>
      <vt:lpstr>PowerPoint Presentation</vt:lpstr>
      <vt:lpstr>Business case and business plan are not the same thing</vt:lpstr>
      <vt:lpstr>When should you create a business case?</vt:lpstr>
      <vt:lpstr>The structure of a best-practice business case creates a compelling story that effectively guides decision makers towards the solution</vt:lpstr>
      <vt:lpstr>Before starting your business case, make sure you’re clear on who your intended audience is and that you thoroughly understand them</vt:lpstr>
      <vt:lpstr>Business case checklist (I/II)</vt:lpstr>
      <vt:lpstr>Business case checklist (II/II)</vt:lpstr>
      <vt:lpstr>Tips and tricks</vt:lpstr>
      <vt:lpstr>PowerPoint Presentation</vt:lpstr>
      <vt:lpstr>Front pages and content</vt:lpstr>
      <vt:lpstr>[Title of document]</vt:lpstr>
      <vt:lpstr>[Title of document]</vt:lpstr>
      <vt:lpstr>PowerPoint Presentation</vt:lpstr>
      <vt:lpstr>Content</vt:lpstr>
      <vt:lpstr>Content</vt:lpstr>
      <vt:lpstr>Content</vt:lpstr>
      <vt:lpstr>Executive summary</vt:lpstr>
      <vt:lpstr> Executive summary</vt:lpstr>
      <vt:lpstr>Executive summary</vt:lpstr>
      <vt:lpstr>Executive summary</vt:lpstr>
      <vt:lpstr>Executive summary</vt:lpstr>
      <vt:lpstr>Executive summary</vt:lpstr>
      <vt:lpstr>Executive summary</vt:lpstr>
      <vt:lpstr>Executive summary</vt:lpstr>
      <vt:lpstr>We have evaluated three options for [insert problem]</vt:lpstr>
      <vt:lpstr>Based on this, we recommend moving forward with option [insert]</vt:lpstr>
      <vt:lpstr>Background and context</vt:lpstr>
      <vt:lpstr>Background and context</vt:lpstr>
      <vt:lpstr>Background  and context</vt:lpstr>
      <vt:lpstr>[Insert reason e.g., New AI-driven tech landscape] is main reason for this business case</vt:lpstr>
      <vt:lpstr>[Insert reason or driver e.g., New AI-driven tech landscape] is main reason for this business case</vt:lpstr>
      <vt:lpstr>Background and context</vt:lpstr>
      <vt:lpstr>[Insert team/BU/client]’s objectives are [insert e.g., improve profitability] across three dimensions</vt:lpstr>
      <vt:lpstr>[Insert team/BU/client]’s objectives are [insert objectives]</vt:lpstr>
      <vt:lpstr>This business case was done as part of a [xx]-week project aiming to [insert objective of project]</vt:lpstr>
      <vt:lpstr>What is the problem / opportunity?</vt:lpstr>
      <vt:lpstr>Problem / opportunity</vt:lpstr>
      <vt:lpstr>[Insert action title e.g., “Server down time is causing losses of 100-200k/wk” or simply “Business need”]</vt:lpstr>
      <vt:lpstr>Today: Current state of [insert market / situation]</vt:lpstr>
      <vt:lpstr>[Insert problem] is driving by [insert main drivers / issues / root causes you have identified]</vt:lpstr>
      <vt:lpstr>Current setup creates [insert impact/consequence e.g., excess externalized costs]</vt:lpstr>
      <vt:lpstr>[Insert problem e.g., “Server down time”] is causing [insert business issue e.g., “losses of 100-200k/wk]</vt:lpstr>
      <vt:lpstr>In evaluating the likely impact of [insert problem / opportunity] we have examined two distinct time periods</vt:lpstr>
      <vt:lpstr>Three key trends are driving [insert changes that create opportunity for project X]</vt:lpstr>
      <vt:lpstr>[Insert trend x]</vt:lpstr>
      <vt:lpstr>[Insert trend x]</vt:lpstr>
      <vt:lpstr>[Insert trend x]</vt:lpstr>
      <vt:lpstr>[Line graph / Insert action title]</vt:lpstr>
      <vt:lpstr>[Column chart for comparison with takeaways / Insert action title]</vt:lpstr>
      <vt:lpstr>[Column chart with simple growth and takeaways / Insert action title]</vt:lpstr>
      <vt:lpstr>[Column chart with split growth and takeaways / Insert action title]</vt:lpstr>
      <vt:lpstr>[Column chart with historic and forecast figures / Insert action title]</vt:lpstr>
      <vt:lpstr>In past five years, market dominance has shifted from [xx] to [xx]</vt:lpstr>
      <vt:lpstr>[Insert action title]</vt:lpstr>
      <vt:lpstr>[Insert action title]</vt:lpstr>
      <vt:lpstr>[Insert action title]</vt:lpstr>
      <vt:lpstr>Industry is fragmented with many [players 1], [players 2], and [players 3] dominating different parts of the customer landscape</vt:lpstr>
      <vt:lpstr>High-level solution and vision</vt:lpstr>
      <vt:lpstr>High-level solution</vt:lpstr>
      <vt:lpstr>Vision</vt:lpstr>
      <vt:lpstr>Vision</vt:lpstr>
      <vt:lpstr>We suggest [insert solution]</vt:lpstr>
      <vt:lpstr>Our vision and ambition with [project/business x]</vt:lpstr>
      <vt:lpstr>The overall vision and strategy for the project</vt:lpstr>
      <vt:lpstr>PowerPoint Presentation</vt:lpstr>
      <vt:lpstr>Ambition is threefold with an overall goal of [insert]</vt:lpstr>
      <vt:lpstr>There are several potential solutions to [insert problem]</vt:lpstr>
      <vt:lpstr>We see a strong fit to our overall [insert strategy]</vt:lpstr>
      <vt:lpstr>[Project/business x] will allow [insert company] to be [insert how this will give you a competitive advantage]</vt:lpstr>
      <vt:lpstr>This solution fits into our overall strategy</vt:lpstr>
      <vt:lpstr>Options analysis</vt:lpstr>
      <vt:lpstr>Options analysis</vt:lpstr>
      <vt:lpstr>There are three options to [insert objective of business case]</vt:lpstr>
      <vt:lpstr>We have evaluated three options for [insert objective]</vt:lpstr>
      <vt:lpstr>We have evaluated five options for [insert objective]</vt:lpstr>
      <vt:lpstr>Evaluation of options</vt:lpstr>
      <vt:lpstr>There are several options on the build-buy spectrum</vt:lpstr>
      <vt:lpstr>We have evaluated three options for [insert problem]</vt:lpstr>
      <vt:lpstr>We have evaluated three options for [insert problem]</vt:lpstr>
      <vt:lpstr>We considered the benefits and risks for each model in both the near and longer term</vt:lpstr>
      <vt:lpstr>Option [x]: [Insert “name” of option e.g., ”Complete fix”]</vt:lpstr>
      <vt:lpstr>Recommended solution</vt:lpstr>
      <vt:lpstr>Solution details</vt:lpstr>
      <vt:lpstr>We recommend moving forward with option [insert]</vt:lpstr>
      <vt:lpstr>We recommend moving forward with option [insert]</vt:lpstr>
      <vt:lpstr>We recommend moving forward with option [insert]</vt:lpstr>
      <vt:lpstr>Based on this, we recommend moving forward with option [insert]</vt:lpstr>
      <vt:lpstr>This project will primarily focus on [insert in scope areas]</vt:lpstr>
      <vt:lpstr>[Insert name] most affected by suggested solution</vt:lpstr>
      <vt:lpstr>Solution has five main levers</vt:lpstr>
      <vt:lpstr>Solution will focus on [insert description]</vt:lpstr>
      <vt:lpstr>There are several benefits and risks associated with [solution/option]</vt:lpstr>
      <vt:lpstr>Option I: Analytical evaluation shows [insert conclusion]</vt:lpstr>
      <vt:lpstr>Option I: [insert description e.g., optimizes for customer satisfaction]</vt:lpstr>
      <vt:lpstr>Wide range of improvements can lead to [insert] results</vt:lpstr>
      <vt:lpstr>However, Option I also carries some specific risks</vt:lpstr>
      <vt:lpstr>A range of different types of [insert] options were considered</vt:lpstr>
      <vt:lpstr>There are pros and cons associated with every option</vt:lpstr>
      <vt:lpstr>[Insert solution] can have implications for several years</vt:lpstr>
      <vt:lpstr>[Insert] has evolved over time</vt:lpstr>
      <vt:lpstr>Maturity assessment shows [insert]</vt:lpstr>
      <vt:lpstr>Business Model Canvas</vt:lpstr>
      <vt:lpstr>Options analysis</vt:lpstr>
      <vt:lpstr>Implementing [project] will result in significant benefits regardless of chosen option</vt:lpstr>
      <vt:lpstr>There are several tangible and intangible benefits from implementing [insert solution]</vt:lpstr>
      <vt:lpstr>Implementing [solution] will results in significant revenue generation and cost savings</vt:lpstr>
      <vt:lpstr>Benefits primarily around [insert]</vt:lpstr>
      <vt:lpstr>Benefits primarily around [insert]</vt:lpstr>
      <vt:lpstr>Intangible benefits are primarily from [insert areas]</vt:lpstr>
      <vt:lpstr>[Insert initiatives] expected to be main drivers of value</vt:lpstr>
      <vt:lpstr>Revenue generation: Additional revenue expected to be $xx by [insert year], driven by [insert main revenue generators]</vt:lpstr>
      <vt:lpstr>Cost savings: Cost savings estimate at $xx in total, driven primarily by [insert main cost savings buckets]</vt:lpstr>
      <vt:lpstr>Costs and ROI analysis</vt:lpstr>
      <vt:lpstr>Costs differ [insert adjective e.g., significantly] across solution options due to [insert reason]</vt:lpstr>
      <vt:lpstr>Project costs: Costs are mainly tied to [insert category]</vt:lpstr>
      <vt:lpstr>Project costs: Costs are mainly tied to [insert category]</vt:lpstr>
      <vt:lpstr>Project cash flow: Cashflow expected to be [insert description]</vt:lpstr>
      <vt:lpstr>Project cash flow: [Insert description]</vt:lpstr>
      <vt:lpstr>Option [insert] has the highest return on investment</vt:lpstr>
      <vt:lpstr>Option [x] is most attractive overall</vt:lpstr>
      <vt:lpstr>Return on investment estimated to be [insert most relevant metric, depending on your stakeholders]</vt:lpstr>
      <vt:lpstr>NPV: NPV estimated to be [insert]</vt:lpstr>
      <vt:lpstr>Sensitivity analysis: NPV most impacted by changes in [insert assumption/parameter]</vt:lpstr>
      <vt:lpstr>Return on investment estimated to be xx%</vt:lpstr>
      <vt:lpstr>Developing the business case and ROI for [project x] is based on six building blocks</vt:lpstr>
      <vt:lpstr>Implementation plan</vt:lpstr>
      <vt:lpstr>Implementation plan</vt:lpstr>
      <vt:lpstr>Project schedule for each option</vt:lpstr>
      <vt:lpstr>[Project] has five major milestones</vt:lpstr>
      <vt:lpstr>[Project] has five major milestones</vt:lpstr>
      <vt:lpstr>Four-step approach to realize vision and capture value</vt:lpstr>
      <vt:lpstr>Need for immediate actions to secure momentum in [insert timeframe]</vt:lpstr>
      <vt:lpstr>Project expected to start on [insert date]</vt:lpstr>
      <vt:lpstr>[Project] will evolve in three major phases</vt:lpstr>
      <vt:lpstr>[Project] will evolve through four main phases</vt:lpstr>
      <vt:lpstr>[Project title] process expected to run [xx weeks/months]</vt:lpstr>
      <vt:lpstr>High-level timeline for next [insert timeframe]</vt:lpstr>
      <vt:lpstr>[Project plan with status / Insert action title]</vt:lpstr>
      <vt:lpstr>[Project plan with status / Insert action title]</vt:lpstr>
      <vt:lpstr>Main [project/phase x] deliverables</vt:lpstr>
      <vt:lpstr>[Insert area/people] expected to feel highest impact from suggested changes</vt:lpstr>
      <vt:lpstr>Change impact: Highest change impact expected from [insert areas/changes]</vt:lpstr>
      <vt:lpstr>Change impact: Highest change impact expected from [insert areas/changes]</vt:lpstr>
      <vt:lpstr>Risks and mitigations</vt:lpstr>
      <vt:lpstr>Risks and mitigations</vt:lpstr>
      <vt:lpstr>Potential risks and mitigations for each solution option</vt:lpstr>
      <vt:lpstr>We have scored each risk based on impact and likelihood</vt:lpstr>
      <vt:lpstr>We estimate risks mainly tied to [insert]</vt:lpstr>
      <vt:lpstr>We have developed mitigation plans for the most serious risks</vt:lpstr>
      <vt:lpstr>Risk assessment and mitigation plan</vt:lpstr>
      <vt:lpstr>Risks mainly around [insert]</vt:lpstr>
      <vt:lpstr>Risks mainly around [insert]</vt:lpstr>
      <vt:lpstr>We have outlined mitigation strategies for each risk</vt:lpstr>
      <vt:lpstr>Project is dependent on [insert e.g., ”accurate data from department x”]</vt:lpstr>
      <vt:lpstr>There are some constraints around [insert] that must be taken into consideration</vt:lpstr>
      <vt:lpstr>Governance and monitoring</vt:lpstr>
      <vt:lpstr>Governance and monitoring</vt:lpstr>
      <vt:lpstr>Governance and monitoring</vt:lpstr>
      <vt:lpstr>We will go through four high-level steps, with majority of time spent on [insert phase]</vt:lpstr>
      <vt:lpstr>The project is estimated to take [insert] weeks</vt:lpstr>
      <vt:lpstr>We suggest two sounding board meetings, as well as weekly touchpoints with project management team to ensure alignment</vt:lpstr>
      <vt:lpstr>To maintain momentum in the right direction we need an engaged core team and a broad sounding board from [insert company]</vt:lpstr>
      <vt:lpstr>Key success factors and KPIs</vt:lpstr>
      <vt:lpstr>Project will be led by [insert name] and include [x] people in total</vt:lpstr>
      <vt:lpstr>Project is divided into [x] workstreams</vt:lpstr>
      <vt:lpstr>Project governance and team structure</vt:lpstr>
      <vt:lpstr>Project will be run by [insert] with support from [insert]</vt:lpstr>
      <vt:lpstr>Project team resources</vt:lpstr>
      <vt:lpstr>Key stakeholders</vt:lpstr>
      <vt:lpstr>Recommendations and next steps</vt:lpstr>
      <vt:lpstr>Recommenda-tions and next steps</vt:lpstr>
      <vt:lpstr>We recommend [insert recommendation e.g., “proceeding with Option 2”]</vt:lpstr>
      <vt:lpstr>We recommend [insert recommendation e.g., “proceeding with Option B”]</vt:lpstr>
      <vt:lpstr>Immediate next steps</vt:lpstr>
      <vt:lpstr>Focus for next [time period] will be [focus area]</vt:lpstr>
      <vt:lpstr>Appendix</vt:lpstr>
      <vt:lpstr>Assumptions overview</vt:lpstr>
      <vt:lpstr>We have used information from [insert e.g., previous cases, trials, projects]</vt:lpstr>
      <vt:lpstr>Overall assumptions for our model</vt:lpstr>
      <vt:lpstr>We used several different types of sources</vt:lpstr>
      <vt:lpstr>We have used information from [insert e.g., previous cases, trials, projects]</vt:lpstr>
      <vt:lpstr>List of sources</vt:lpstr>
      <vt:lpstr>PowerPoint Presentation</vt:lpstr>
      <vt:lpstr>Disclaimer</vt:lpstr>
      <vt:lpstr>Project Rocketship</vt:lpstr>
      <vt:lpstr>Executive summary</vt:lpstr>
      <vt:lpstr>Background and context</vt:lpstr>
      <vt:lpstr>This business case was created as a response to market opportunities combined with increasing technological changes</vt:lpstr>
      <vt:lpstr>The process included a broad group of stakeholders that provided contextual knowledge, and helped identify and evaluate opportunities</vt:lpstr>
      <vt:lpstr>Several considerations were identified through working sessions, surveys, and discussions with stakeholders</vt:lpstr>
      <vt:lpstr>Objectives and solution</vt:lpstr>
      <vt:lpstr>There are three main objectives for implementing a new software system</vt:lpstr>
      <vt:lpstr>We have evaluated several options for efficiency software</vt:lpstr>
      <vt:lpstr>Based on our analysis, we recommend moving forward with SystemMax</vt:lpstr>
      <vt:lpstr>Several considerations were identified through working sessions, surveys, and discussions with stakeholders</vt:lpstr>
      <vt:lpstr>Impact and financials</vt:lpstr>
      <vt:lpstr>Implementing SoftwareMax will results in several benefits that support the three main objectives</vt:lpstr>
      <vt:lpstr>Example: Implementing SoftwareMax can reduce change request through better communication, resulting in $164000 in annual savings</vt:lpstr>
      <vt:lpstr>Project costs: Costs are mainly tied to software licenses and ongoing training of personnel</vt:lpstr>
      <vt:lpstr>Project cash flow: Project expected to go break-even within first full year of implementation</vt:lpstr>
      <vt:lpstr>Payback: Numbers look positive from all angles, with investment paid back in less than a year</vt:lpstr>
      <vt:lpstr>ROI: Return on investment estimated to be 388.6% by 2028</vt:lpstr>
      <vt:lpstr>Sensitivity analysis: NPV most impacted by assumptions around increased market scope and how much can be captured of that</vt:lpstr>
      <vt:lpstr>Plan</vt:lpstr>
      <vt:lpstr>Plan: Project expected to start on October 1st, pending approval</vt:lpstr>
      <vt:lpstr>Risks: We estimate risks mainly tied to ability to use SystemMax effectively in sales, as well as culture push-back in some teams</vt:lpstr>
      <vt:lpstr>Recommendation  and next steps</vt:lpstr>
      <vt:lpstr>PowerPoint Presentation</vt:lpstr>
      <vt:lpstr>Disclaimer</vt:lpstr>
      <vt:lpstr>Lifting our employees</vt:lpstr>
      <vt:lpstr>Executive summary</vt:lpstr>
      <vt:lpstr>The problem</vt:lpstr>
      <vt:lpstr>Since COVID-19, we have seen an increase in employee absenteeism</vt:lpstr>
      <vt:lpstr>This has resulted in a build up of backloaded tickets and rising costs per customer, risking both customer satisfaction and BigCo’s bottom line</vt:lpstr>
      <vt:lpstr>Our analysis shows absenteeism is driven by five main factors</vt:lpstr>
      <vt:lpstr>The vision</vt:lpstr>
      <vt:lpstr>Vision</vt:lpstr>
      <vt:lpstr>We have three main objectives with this business case</vt:lpstr>
      <vt:lpstr>The solution</vt:lpstr>
      <vt:lpstr>We have looked at over 20 different solution options and narrowed the list to three recommend initiatives</vt:lpstr>
      <vt:lpstr>Our three recommended initiatives collectively address all five factors contributing to employee absenteeism while in line with strategic goals</vt:lpstr>
      <vt:lpstr>Process improvements</vt:lpstr>
      <vt:lpstr>Performance improvement plans</vt:lpstr>
      <vt:lpstr>More recognition</vt:lpstr>
      <vt:lpstr>The financials</vt:lpstr>
      <vt:lpstr>Business case focuses on cost savings only, although there are many intangible benefits connected to the initiatives as well</vt:lpstr>
      <vt:lpstr>High-level business case shows 10.8x return on investment and ~50 mUSD net cash flow from just process improvements</vt:lpstr>
      <vt:lpstr>Backup: Logic for estimated cost for process improvement initiatives</vt:lpstr>
      <vt:lpstr>Backup: Logic for estimated cost for PIP and recognition initiatives</vt:lpstr>
      <vt:lpstr>Proposed investments with &gt;10x payback in cost savings by 2034</vt:lpstr>
      <vt:lpstr>The plan</vt:lpstr>
      <vt:lpstr>Some key milestones will make 10-year plan a reality</vt:lpstr>
      <vt:lpstr>Several actions will secure momentum in next 6-8 months and lay foundation for realizing value</vt:lpstr>
      <vt:lpstr>Project will be led by [Name Namesen] and split into two dedicated streams for process improvement and people topics</vt:lpstr>
      <vt:lpstr>Key stakeholders include all department managers, as well as employee representatives</vt:lpstr>
      <vt:lpstr>Immediate next steps</vt:lpstr>
      <vt:lpstr>Thank you</vt:lpstr>
      <vt:lpstr>PowerPoint Presentation</vt:lpstr>
      <vt:lpstr>Disclaimer</vt:lpstr>
      <vt:lpstr>Business case</vt:lpstr>
      <vt:lpstr>Content</vt:lpstr>
      <vt:lpstr>Executive summary</vt:lpstr>
      <vt:lpstr>Business need</vt:lpstr>
      <vt:lpstr>Power fluctuations are caused by three main things; sensor failures, uneven combustion, and slow relay response time</vt:lpstr>
      <vt:lpstr>We have three options to solve these issue</vt:lpstr>
      <vt:lpstr>Benefits: There are several benefits in both power quality and productivity savings when implementing options 1 and 2</vt:lpstr>
      <vt:lpstr>Risks: Option 1 and 3 carry the highest risks</vt:lpstr>
      <vt:lpstr>Timeline: Both option 1 and 2 expected to take 11 months to complete</vt:lpstr>
      <vt:lpstr>Cost: Option 1 will be most expensive at $11.5M, while option 2 is estimated to cost $7.1M to implement</vt:lpstr>
      <vt:lpstr>ROI: Option 2 has the highest return on investment with a payback period of 5.3 years and an IRR of 21.3%</vt:lpstr>
      <vt:lpstr>Recommendation: Based on our analysis, we recommend moving forward with Option 2</vt:lpstr>
      <vt:lpstr>PowerPoint Presentation</vt:lpstr>
      <vt:lpstr>Presentation checklist</vt:lpstr>
      <vt:lpstr>Presentation checklist</vt:lpstr>
      <vt:lpstr>Best practice tip: Keep it to one message per slide</vt:lpstr>
      <vt:lpstr>Best practice tip: Use action titles</vt:lpstr>
      <vt:lpstr>Best practice tip: Use visuals and color to highlight your message</vt:lpstr>
      <vt:lpstr>Best practice tip: Read only titles and see if overall story is coherent</vt:lpstr>
      <vt:lpstr>Best practice tip: Use the Pyramid Principle</vt:lpstr>
      <vt:lpstr>PowerPoint Presentation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Alexandra Kampmann</cp:lastModifiedBy>
  <cp:revision>351</cp:revision>
  <dcterms:created xsi:type="dcterms:W3CDTF">2025-08-18T13:32:02Z</dcterms:created>
  <dcterms:modified xsi:type="dcterms:W3CDTF">2025-08-20T12:16:12Z</dcterms:modified>
  <cp:category>Management consulting, presentation design, business</cp:category>
</cp:coreProperties>
</file>