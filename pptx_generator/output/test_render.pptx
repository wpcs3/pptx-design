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Sample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Generated by PPTX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61F32"/>
                </a:solidFill>
                <a:latin typeface="Arial"/>
              </a:rPr>
              <a:t>Section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First point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Second point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Third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1004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Option A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Pro 1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Pro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447" y="1371600"/>
            <a:ext cx="541004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Option B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Pro 1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Pro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3606698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$1M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2498" y="2286000"/>
            <a:ext cx="3606698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25%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796" y="2286000"/>
            <a:ext cx="3606698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10K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Data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Active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