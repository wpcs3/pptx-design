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$150M Value-Add Investment Strategy | Q1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Target: $150M equity fund focused on light industrial assets in high-growth Sun Belt markets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Strategy: Acquire small-bay warehouse and flex industrial properties with value-add potential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Target Returns: 15-18% Net IRR with 1.7-2.0x equity multiple over 5-year hold period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Markets: Dallas-Fort Worth, Phoenix, Nashville, Charlotte, Tampa, and Austin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Thesis: E-commerce growth and supply chain reshoring driving unprecedented demand for last-mile facilities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$150M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Target Fund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673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15-18%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Target IRR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1.7-2.0x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Equity Multiple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6621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5 Years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Market Opportunity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Light Industrial: The Strongest CRE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US industrial vacancy at historic low of 4.1% nationally, sub-3% in target markets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E-commerce penetration grew from 14% to 22% post-pandemic, driving 3x demand for warehouse space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Small-bay segment (&lt;100K SF) outperforming with 8.2% rent growth YoY vs 5.1% for big-box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Supply chain reshoring adding 350,000+ manufacturing jobs since 2021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Sun Belt population growth 2x national average, driving tenant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Source: CoStar, CBRE Research Q3 2024. Small-bay industrial leads all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5314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Vacancy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Rent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Population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Job Growth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Dallas-Fort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Phoenix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4.1%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3.8%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Charlotte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Austin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Investment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Target: Small-bay warehouse (20K-100K SF) and flex industrial properties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Acquisition criteria: 70-85% occupied, below-market rents, deferred maintenance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Value creation: Lease-up to 95%+, mark-to-market rents, light capex improvements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Hold period: 3-5 years with exit to institutional buyers or 1031 exchange buyers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Leverage: 55-65% LTV with fixed-rate debt to protect against rate volatility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100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Target Profile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Asset size: 20,000 - 100,000 SF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Multi-tenant small-bay format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1990+ construction or renovated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Clear height: 18-24 feet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Truck court and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371600"/>
            <a:ext cx="54100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Value-Add Drivers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Below-market in-place rents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Lease-up from 70% to 95%+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Deferred maintenance cure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Tenant improvement allowances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Energy efficiency upgrades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6.0-6.5%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Going-In Cap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673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7.5-8.0%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Stabilized Yield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5.75-6.25%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Exit Cap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6621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$8-15M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Track Record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Management team has deployed $420M+ across 45 industrial transactions since 2015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Realized gross IRR of 22.4% and 2.1x equity multiple on exited deals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Zero principal losses across all investments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Deep relationships with regional brokers, lenders, and tenants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Vertically integrated platform with in-house property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Representative Realized Investments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Size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Hold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Equity 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IRR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Southport Business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28.5%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Mesa Industrial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Phoenix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92,000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4.1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21.2%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DFW Flex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3.8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1.9x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19.8%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Charlotte 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Charlotte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54,000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2.9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26.1%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Tampa Bay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4.5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17.4%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$420M+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Total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673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45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22.4%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Avg Gross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6621" y="2286000"/>
            <a:ext cx="2647873" cy="182880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0%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Loss Ratio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Current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Identified Investment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Size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Cap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Metroplex Industrial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Dallas-Fort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$12.8M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LOI Submitted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Camelback Flex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Phoenix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$9.4M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Due Diligence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Music City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Under Contract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I-485 Business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Charlotte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$10.5M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LOI Submitted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Tampa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55,000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$8.1M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Preliminary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Pipeline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5 properties totaling 321,000 SF and $48M in potential acquisitions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Weighted average going-in cap rate of 6.3%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All properties meet core investment criteria with clear value-add path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Expect to deploy 30-40% of fund within first 12 months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Robust deal flow from established broker relationships in target markets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Risk Factors &amp; Mitigants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100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Risk Factors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Interest rate volatility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Economic recession impact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New supply in target markets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Tenant credit risk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Execution risk on renovations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371600"/>
            <a:ext cx="541004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Arial"/>
              </a:rPr>
              <a:t>Mitigating Strategies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Fixed-rate debt, conservative LTV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Essential-use tenants, diverse base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Focus on infill locations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Credit underwriting, security deposits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Experienced in-house team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Fund Terms &amp; Structure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8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Fund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$150 million target ($175M hard cap)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Minimum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$1 million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Management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1.5% on committed capital (investment period), 1.25% on invested capital (thereafter)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Carried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20% over 8% preferred return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Preferred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8% compounded annually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Investment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 years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Fund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7 years (2 one-year extensions)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GP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2% of fund size ($3M)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61F32"/>
                </a:solidFill>
                <a:latin typeface="Arial"/>
              </a:rPr>
              <a:t>Investment Team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Experienced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John Smith, Managing Partner - 20+ years industrial RE experience, former CBRE Industrial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Sarah Johnson, Partner - 15 years acquisitions, $2B+ transaction experience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Michael Chen, VP Acquisitions - 10 years underwriting and deal execution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Lisa Rodriguez, VP Asset Management - 12 years property management and leasing</a:t>
            </a:r>
          </a:p>
          <a:p>
            <a:pPr/>
            <a:r>
              <a:rPr sz="1300" b="0">
                <a:solidFill>
                  <a:srgbClr val="000000"/>
                </a:solidFill>
                <a:latin typeface="Arial"/>
              </a:rPr>
              <a:t>David Park, CFO - 18 years fund administration and investor relations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Investor Relations: ir@sunbeltindustrial.com | (555) 123-4567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