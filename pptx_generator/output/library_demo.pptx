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Year 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10.0</c:v>
                </c:pt>
                <c:pt idx="2">
                  <c:v>12.0</c:v>
                </c:pt>
                <c:pt idx="3">
                  <c:v>14.0</c:v>
                </c:pt>
                <c:pt idx="4">
                  <c:v>17.0</c:v>
                </c:pt>
                <c:pt idx="5">
                  <c:v>21.0</c:v>
                </c:pt>
                <c:pt idx="6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80" b="1"/>
            </a:pPr>
            <a:r>
              <a:t>Components from Library Demo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09728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533400">
                <a:tc>
                  <a:txBody>
                    <a:bodyPr/>
                    <a:lstStyle/>
                    <a:p>
                      <a:r>
                        <a:t>[Insert evaluation parameter]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score, e.g from 1-10]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[Insert evaluation parameter]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[Insert evaluation parameter]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[Insert evaluation parameter]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[Insert evaluation parameter]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Total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[Insert score]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5dd0375f74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