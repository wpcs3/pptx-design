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943600"/>
            <a:ext cx="2743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914400"/>
            <a:ext cx="7315200" cy="317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3832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