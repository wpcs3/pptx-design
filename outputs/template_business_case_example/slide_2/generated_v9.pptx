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8DD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31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943600"/>
            <a:ext cx="2743200" cy="31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914400"/>
            <a:ext cx="7315200" cy="31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8328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**situation-complication-resolution** framework to draft structure</a:t>
            </a:r>
            <a:br/>
            <a:r>
              <a:t>• Briefly describe the overall context (**situation**)</a:t>
            </a:r>
            <a:br/>
            <a:r>
              <a:t>• State problem / opportunity your business case will address (**complication**)</a:t>
            </a:r>
            <a:br/>
            <a:r>
              <a:t>• Describe your intended solution and potential other options you reviewed, if relevant (**resolution**)</a:t>
            </a:r>
            <a:br/>
            <a:r>
              <a:t>• Briefly list benefits including financial benefits like ROI or NPV (**resolution**)</a:t>
            </a:r>
            <a:br/>
            <a:r>
              <a:t>• Briefly describe next steps (**resolution**)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                                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