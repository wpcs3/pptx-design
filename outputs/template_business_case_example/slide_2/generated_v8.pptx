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8DDD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2743200" cy="25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5943600"/>
            <a:ext cx="2743200" cy="25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914400"/>
            <a:ext cx="7315200" cy="254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000000"/>
                </a:solidFill>
                <a:latin typeface="Calibri"/>
              </a:defRPr>
            </a:pPr>
            <a:r>
              <a:t>Slideworks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What:</a:t>
            </a:r>
            <a:br/>
            <a:r>
              <a:t>One-page summary providing a concise overview of the business case. Highlight the key points, including the problem or opportunity, proposed solution, and expected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Why:</a:t>
            </a:r>
            <a:br/>
            <a:r>
              <a:t>Grab your audience's attention up front and paint a compelling story so they are predisposed to what your "answer" is and what they need to decide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383280"/>
            <a:ext cx="7315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000000"/>
                </a:solidFill>
                <a:latin typeface="Calibri"/>
              </a:defRPr>
            </a:pPr>
            <a:r>
              <a:t>How:</a:t>
            </a:r>
            <a:br/>
            <a:r>
              <a:t>• Use situation-complication-resolution framework to draft structure</a:t>
            </a:r>
            <a:br/>
            <a:r>
              <a:t>• Briefly describe the overall context (situation)</a:t>
            </a:r>
            <a:br/>
            <a:r>
              <a:t>• State problem / opportunity your business case will address (complication)</a:t>
            </a:r>
            <a:br/>
            <a:r>
              <a:t>• Describe your intended solution and potential other options you reviewed, if relevant (resolution)</a:t>
            </a:r>
            <a:br/>
            <a:r>
              <a:t>• Briefly list benefits including financial benefits like ROI or NPV (resolution)</a:t>
            </a:r>
            <a:br/>
            <a:r>
              <a:t>• Briefly describe next steps (resolution)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080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                                  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