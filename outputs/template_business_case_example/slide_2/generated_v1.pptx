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097280"/>
            <a:ext cx="8046720" cy="5029200"/>
          </a:xfrm>
          <a:prstGeom prst="rect">
            <a:avLst/>
          </a:prstGeom>
          <a:solidFill>
            <a:srgbClr val="FFF8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9436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914400"/>
            <a:ext cx="7315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situation-complication-resolution framework to draft structure</a:t>
            </a:r>
            <a:br/>
            <a:r>
              <a:t>• Briefly describe the overall context (situation)</a:t>
            </a:r>
            <a:br/>
            <a:r>
              <a:t>• State problem / opportunity your business case will address (complication)</a:t>
            </a:r>
            <a:br/>
            <a:r>
              <a:t>• Describe your intended solution and potential other options you reviewed, if relevant (resolution)</a:t>
            </a:r>
            <a:br/>
            <a:r>
              <a:t>• Briefly list benefits including financial benefits like ROI or NPV (resolution)</a:t>
            </a:r>
            <a:br/>
            <a:r>
              <a:t>• Briefly describe next steps (resolution)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