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>
                <a:solidFill>
                  <a:srgbClr val="333333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92024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2377440"/>
            <a:ext cx="228600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377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vision for proposed project including qualitative and quantitative benefits]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20040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3291840"/>
            <a:ext cx="228600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11480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4206240"/>
            <a:ext cx="228600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206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brief description of suggested solution]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02920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5120640"/>
            <a:ext cx="2286000" cy="73152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1206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person, team, department, BU or similar who will sponsor the business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