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2648" y="1143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>
                <a:solidFill>
                  <a:srgbClr val="333333"/>
                </a:solidFill>
                <a:latin typeface="Calibri Light"/>
              </a:defRPr>
            </a:pPr>
            <a: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1920240"/>
            <a:ext cx="10972800" cy="18288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12648" y="2423160"/>
            <a:ext cx="1965960" cy="77724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648" y="242316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2441448"/>
            <a:ext cx="879652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vision for proposed project including qualitative and quantitative benefits]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" y="3310128"/>
            <a:ext cx="109728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648" y="3429000"/>
            <a:ext cx="1965960" cy="77724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342900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Strategic</a:t>
            </a:r>
            <a:br/>
            <a: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3447288"/>
            <a:ext cx="879652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strategic objective of project and how it fits into overall company or BU/team strategy. This can also be business need]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4315968"/>
            <a:ext cx="109728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8" y="4434840"/>
            <a:ext cx="1965960" cy="77724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443484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4453128"/>
            <a:ext cx="879652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brief description of suggested solution]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5321808"/>
            <a:ext cx="10972800" cy="127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648" y="5440680"/>
            <a:ext cx="1965960" cy="777240"/>
          </a:xfrm>
          <a:prstGeom prst="rect">
            <a:avLst/>
          </a:prstGeom>
          <a:solidFill>
            <a:srgbClr val="1E3A47"/>
          </a:solidFill>
          <a:ln>
            <a:solidFill>
              <a:srgbClr val="1E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5440680"/>
            <a:ext cx="1965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Sponsor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5458968"/>
            <a:ext cx="8796528" cy="740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>
                <a:solidFill>
                  <a:srgbClr val="333333"/>
                </a:solidFill>
                <a:latin typeface="Calibri"/>
              </a:defRPr>
            </a:pPr>
            <a:r>
              <a:t>[Insert person, team, department, BU or similar who will sponsor the business case]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465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Company Name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12880" y="644652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>
                <a:solidFill>
                  <a:srgbClr val="666666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