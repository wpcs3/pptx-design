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143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>
                <a:solidFill>
                  <a:srgbClr val="333333"/>
                </a:solidFill>
                <a:latin typeface="Calibri Light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92024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2468880"/>
            <a:ext cx="1965960" cy="77724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46888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487168"/>
            <a:ext cx="879652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vision for proposed project including qualitative and quantitative benefits]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364992"/>
            <a:ext cx="109728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3520440"/>
            <a:ext cx="1965960" cy="77724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5204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538728"/>
            <a:ext cx="879652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strategic objective of project and how it fits into overall company or BU/team strategy. This can also be business need]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4416552"/>
            <a:ext cx="109728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4572000"/>
            <a:ext cx="1965960" cy="77724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5720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590288"/>
            <a:ext cx="879652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brief description of suggested solution]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5468112"/>
            <a:ext cx="109728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5623560"/>
            <a:ext cx="1965960" cy="77724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562356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Sponsor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641848"/>
            <a:ext cx="879652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person, team, department, BU or similar who will sponsor the business case]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