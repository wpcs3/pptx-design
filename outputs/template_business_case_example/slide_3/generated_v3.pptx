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11430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>
                <a:solidFill>
                  <a:srgbClr val="333333"/>
                </a:solidFill>
                <a:latin typeface="Calibri Light"/>
              </a:defRPr>
            </a:pPr>
            <a: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920240"/>
            <a:ext cx="10972800" cy="1828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12648" y="2423160"/>
            <a:ext cx="2103120" cy="822960"/>
          </a:xfrm>
          <a:prstGeom prst="rect">
            <a:avLst/>
          </a:prstGeom>
          <a:solidFill>
            <a:srgbClr val="1E3A47"/>
          </a:solidFill>
          <a:ln>
            <a:solidFill>
              <a:srgbClr val="1E3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242316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242316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333333"/>
                </a:solidFill>
                <a:latin typeface="Calibri"/>
              </a:defRPr>
            </a:pPr>
            <a:r>
              <a:t>[Insert vision for proposed project including qualitative and quantitative benefits]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" y="3337560"/>
            <a:ext cx="1097280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2648" y="3474720"/>
            <a:ext cx="2103120" cy="822960"/>
          </a:xfrm>
          <a:prstGeom prst="rect">
            <a:avLst/>
          </a:prstGeom>
          <a:solidFill>
            <a:srgbClr val="1E3A47"/>
          </a:solidFill>
          <a:ln>
            <a:solidFill>
              <a:srgbClr val="1E3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347472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Strategic</a:t>
            </a:r>
            <a:br/>
            <a:r>
              <a:t>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347472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333333"/>
                </a:solidFill>
                <a:latin typeface="Calibri"/>
              </a:defRPr>
            </a:pPr>
            <a:r>
              <a:t>[Insert strategic objective of project and how it fits into overall company or BU/team strategy. This can also be business need]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" y="4389120"/>
            <a:ext cx="1097280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" y="4526280"/>
            <a:ext cx="2103120" cy="822960"/>
          </a:xfrm>
          <a:prstGeom prst="rect">
            <a:avLst/>
          </a:prstGeom>
          <a:solidFill>
            <a:srgbClr val="1E3A47"/>
          </a:solidFill>
          <a:ln>
            <a:solidFill>
              <a:srgbClr val="1E3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452628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452628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333333"/>
                </a:solidFill>
                <a:latin typeface="Calibri"/>
              </a:defRPr>
            </a:pPr>
            <a:r>
              <a:t>[Insert brief description of suggested solution]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" y="5440680"/>
            <a:ext cx="1097280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" y="5577840"/>
            <a:ext cx="2103120" cy="822960"/>
          </a:xfrm>
          <a:prstGeom prst="rect">
            <a:avLst/>
          </a:prstGeom>
          <a:solidFill>
            <a:srgbClr val="1E3A47"/>
          </a:solidFill>
          <a:ln>
            <a:solidFill>
              <a:srgbClr val="1E3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557784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Sponsor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557784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333333"/>
                </a:solidFill>
                <a:latin typeface="Calibri"/>
              </a:defRPr>
            </a:pPr>
            <a:r>
              <a:t>[Insert person, team, department, BU or similar who will sponsor the business case]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4465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666666"/>
                </a:solidFill>
                <a:latin typeface="Calibri"/>
              </a:defRPr>
            </a:pPr>
            <a:r>
              <a:t>Company Name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1288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666666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