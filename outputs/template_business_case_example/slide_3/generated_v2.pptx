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1143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>
                <a:solidFill>
                  <a:srgbClr val="333333"/>
                </a:solidFill>
                <a:latin typeface="Calibri Light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920240"/>
            <a:ext cx="10972800" cy="182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2648" y="2377440"/>
            <a:ext cx="2103120" cy="731520"/>
          </a:xfrm>
          <a:prstGeom prst="rect">
            <a:avLst/>
          </a:prstGeom>
          <a:solidFill>
            <a:srgbClr val="1E3A47"/>
          </a:solidFill>
          <a:ln>
            <a:solidFill>
              <a:srgbClr val="1E3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23774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37744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33333"/>
                </a:solidFill>
                <a:latin typeface="Calibri"/>
              </a:defRPr>
            </a:pPr>
            <a:r>
              <a:t>[Insert vision for proposed project including qualitative and quantitative benefits]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3200400"/>
            <a:ext cx="1097280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" y="3291840"/>
            <a:ext cx="2103120" cy="731520"/>
          </a:xfrm>
          <a:prstGeom prst="rect">
            <a:avLst/>
          </a:prstGeom>
          <a:solidFill>
            <a:srgbClr val="1E3A47"/>
          </a:solidFill>
          <a:ln>
            <a:solidFill>
              <a:srgbClr val="1E3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32918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Strategic</a:t>
            </a:r>
            <a:br/>
            <a: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29184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33333"/>
                </a:solidFill>
                <a:latin typeface="Calibri"/>
              </a:defRPr>
            </a:pPr>
            <a:r>
              <a:t>[Insert strategic objective of project and how it fits into overall company or BU/team strategy. This can also be business need]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" y="4114800"/>
            <a:ext cx="1097280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" y="4206240"/>
            <a:ext cx="2103120" cy="731520"/>
          </a:xfrm>
          <a:prstGeom prst="rect">
            <a:avLst/>
          </a:prstGeom>
          <a:solidFill>
            <a:srgbClr val="1E3A47"/>
          </a:solidFill>
          <a:ln>
            <a:solidFill>
              <a:srgbClr val="1E3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42062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20624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33333"/>
                </a:solidFill>
                <a:latin typeface="Calibri"/>
              </a:defRPr>
            </a:pPr>
            <a:r>
              <a:t>[Insert brief description of suggested solution]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" y="5029200"/>
            <a:ext cx="1097280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" y="5120640"/>
            <a:ext cx="2103120" cy="731520"/>
          </a:xfrm>
          <a:prstGeom prst="rect">
            <a:avLst/>
          </a:prstGeom>
          <a:solidFill>
            <a:srgbClr val="1E3A47"/>
          </a:solidFill>
          <a:ln>
            <a:solidFill>
              <a:srgbClr val="1E3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5120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Sponsor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512064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33333"/>
                </a:solidFill>
                <a:latin typeface="Calibri"/>
              </a:defRPr>
            </a:pPr>
            <a:r>
              <a:t>[Insert person, team, department, BU or similar who will sponsor the business case]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217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666666"/>
                </a:solidFill>
                <a:latin typeface="Calibri"/>
              </a:defRPr>
            </a:pPr>
            <a:r>
              <a:t>Company 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2880" y="6217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666666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