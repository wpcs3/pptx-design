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>
                <a:solidFill>
                  <a:srgbClr val="000000"/>
                </a:solidFill>
                <a:latin typeface="Calibri"/>
              </a:defRPr>
            </a:pPr>
            <a:r>
              <a:t>Executive</a:t>
            </a:r>
            <a:br/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6459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Company Name   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