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914400"/>
            <a:ext cx="11277295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55448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>
                <a:solidFill>
                  <a:srgbClr val="000000"/>
                </a:solidFill>
                <a:latin typeface="Calibri"/>
              </a:defRPr>
            </a:pPr>
            <a:r>
              <a:t>Executive</a:t>
            </a:r>
            <a:br/>
            <a: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146304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0">
                <a:solidFill>
                  <a:srgbClr val="000000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217920"/>
            <a:ext cx="11277295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0" y="63093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  <a:latin typeface="Calibri"/>
              </a:defRPr>
            </a:pPr>
            <a:r>
              <a:t>Company Name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30936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  <a:latin typeface="Calibr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