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729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0000"/>
                </a:solidFill>
                <a:latin typeface="Calibri"/>
              </a:defRPr>
            </a:pPr>
            <a:r>
              <a:t>Executive</a:t>
            </a:r>
            <a:br/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64592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0" b="1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217920"/>
            <a:ext cx="1127729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6263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Calibri"/>
              </a:defRPr>
            </a:pPr>
            <a:r>
              <a:t>Company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263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