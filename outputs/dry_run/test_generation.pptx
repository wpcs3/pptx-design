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800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20040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20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5852160"/>
            <a:ext cx="16459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5852160"/>
            <a:ext cx="2286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